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slideLayout" Target="../slideLayouts/slideLayout1.xml"/><Relationship Id="rId3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91695" cy="54864"/>
          </a:xfrm>
          <a:prstGeom prst="rect">
            <a:avLst/>
          </a:prstGeom>
          <a:solidFill>
            <a:srgbClr val="00754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00754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5486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 Data Integration  ·  Execution Roadmap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457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discovery  →  RDA ingestion  →  Cloud prototype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69680" y="182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2026  →  Mar 2027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32504" y="914400"/>
            <a:ext cx="7976311" cy="274320"/>
          </a:xfrm>
          <a:prstGeom prst="rect">
            <a:avLst/>
          </a:prstGeom>
          <a:solidFill>
            <a:srgbClr val="E6F4EC"/>
          </a:solidFill>
          <a:ln w="6350">
            <a:solidFill>
              <a:srgbClr val="D9E5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32504" y="914400"/>
            <a:ext cx="398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20660" y="914400"/>
            <a:ext cx="3988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20660" y="914400"/>
            <a:ext cx="0" cy="274320"/>
          </a:xfrm>
          <a:prstGeom prst="line">
            <a:avLst/>
          </a:prstGeom>
          <a:noFill/>
          <a:ln w="19050">
            <a:solidFill>
              <a:srgbClr val="0075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2504" y="1188720"/>
            <a:ext cx="7976311" cy="365760"/>
          </a:xfrm>
          <a:prstGeom prst="rect">
            <a:avLst/>
          </a:prstGeom>
          <a:solidFill>
            <a:srgbClr val="F8FBF9"/>
          </a:solidFill>
          <a:ln w="6350">
            <a:solidFill>
              <a:srgbClr val="D9E5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32504" y="1188720"/>
            <a:ext cx="1329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61889" y="1188720"/>
            <a:ext cx="1329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61889" y="1188720"/>
            <a:ext cx="0" cy="365760"/>
          </a:xfrm>
          <a:prstGeom prst="line">
            <a:avLst/>
          </a:prstGeom>
          <a:noFill/>
          <a:ln w="6350">
            <a:solidFill>
              <a:srgbClr val="D9E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1274" y="1188720"/>
            <a:ext cx="1329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91274" y="1188720"/>
            <a:ext cx="0" cy="365760"/>
          </a:xfrm>
          <a:prstGeom prst="line">
            <a:avLst/>
          </a:prstGeom>
          <a:noFill/>
          <a:ln w="6350">
            <a:solidFill>
              <a:srgbClr val="D9E5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20660" y="1188720"/>
            <a:ext cx="1329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20660" y="1188720"/>
            <a:ext cx="0" cy="365760"/>
          </a:xfrm>
          <a:prstGeom prst="line">
            <a:avLst/>
          </a:prstGeom>
          <a:noFill/>
          <a:ln w="6350">
            <a:solidFill>
              <a:srgbClr val="D9E5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50045" y="1188720"/>
            <a:ext cx="1329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350045" y="1188720"/>
            <a:ext cx="0" cy="365760"/>
          </a:xfrm>
          <a:prstGeom prst="line">
            <a:avLst/>
          </a:prstGeom>
          <a:noFill/>
          <a:ln w="6350">
            <a:solidFill>
              <a:srgbClr val="D9E5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79430" y="1188720"/>
            <a:ext cx="1329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679430" y="1188720"/>
            <a:ext cx="0" cy="365760"/>
          </a:xfrm>
          <a:prstGeom prst="line">
            <a:avLst/>
          </a:prstGeom>
          <a:noFill/>
          <a:ln w="6350">
            <a:solidFill>
              <a:srgbClr val="D9E5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75104" y="1664208"/>
            <a:ext cx="2011680" cy="141732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25" name="Shape 23"/>
          <p:cNvSpPr/>
          <p:nvPr/>
        </p:nvSpPr>
        <p:spPr>
          <a:xfrm>
            <a:off x="4032504" y="1664208"/>
            <a:ext cx="7976311" cy="1417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26" name="Shape 24"/>
          <p:cNvSpPr/>
          <p:nvPr/>
        </p:nvSpPr>
        <p:spPr>
          <a:xfrm>
            <a:off x="1975104" y="3172968"/>
            <a:ext cx="2011680" cy="141732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27" name="Shape 25"/>
          <p:cNvSpPr/>
          <p:nvPr/>
        </p:nvSpPr>
        <p:spPr>
          <a:xfrm>
            <a:off x="4032504" y="3172968"/>
            <a:ext cx="7976311" cy="1417320"/>
          </a:xfrm>
          <a:prstGeom prst="rect">
            <a:avLst/>
          </a:prstGeom>
          <a:solidFill>
            <a:srgbClr val="F5F7FB"/>
          </a:solidFill>
          <a:ln/>
        </p:spPr>
      </p:sp>
      <p:sp>
        <p:nvSpPr>
          <p:cNvPr id="28" name="Shape 26"/>
          <p:cNvSpPr/>
          <p:nvPr/>
        </p:nvSpPr>
        <p:spPr>
          <a:xfrm>
            <a:off x="1975104" y="4681728"/>
            <a:ext cx="2011680" cy="1417320"/>
          </a:xfrm>
          <a:prstGeom prst="rect">
            <a:avLst/>
          </a:prstGeom>
          <a:solidFill>
            <a:srgbClr val="F8FBF9"/>
          </a:solidFill>
          <a:ln/>
        </p:spPr>
      </p:sp>
      <p:sp>
        <p:nvSpPr>
          <p:cNvPr id="29" name="Shape 27"/>
          <p:cNvSpPr/>
          <p:nvPr/>
        </p:nvSpPr>
        <p:spPr>
          <a:xfrm>
            <a:off x="4032504" y="4681728"/>
            <a:ext cx="7976311" cy="1417320"/>
          </a:xfrm>
          <a:prstGeom prst="rect">
            <a:avLst/>
          </a:prstGeom>
          <a:solidFill>
            <a:srgbClr val="FBFCFD"/>
          </a:solidFill>
          <a:ln/>
        </p:spPr>
      </p:sp>
      <p:sp>
        <p:nvSpPr>
          <p:cNvPr id="30" name="Shape 28"/>
          <p:cNvSpPr/>
          <p:nvPr/>
        </p:nvSpPr>
        <p:spPr>
          <a:xfrm>
            <a:off x="5361889" y="1664208"/>
            <a:ext cx="0" cy="4434840"/>
          </a:xfrm>
          <a:prstGeom prst="line">
            <a:avLst/>
          </a:prstGeom>
          <a:noFill/>
          <a:ln w="6350">
            <a:solidFill>
              <a:srgbClr val="D9E5DE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691274" y="1664208"/>
            <a:ext cx="0" cy="4434840"/>
          </a:xfrm>
          <a:prstGeom prst="line">
            <a:avLst/>
          </a:prstGeom>
          <a:noFill/>
          <a:ln w="6350">
            <a:solidFill>
              <a:srgbClr val="D9E5D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020660" y="1664208"/>
            <a:ext cx="0" cy="4434840"/>
          </a:xfrm>
          <a:prstGeom prst="line">
            <a:avLst/>
          </a:prstGeom>
          <a:noFill/>
          <a:ln w="6350">
            <a:solidFill>
              <a:srgbClr val="D9E5DE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9350045" y="1664208"/>
            <a:ext cx="0" cy="4434840"/>
          </a:xfrm>
          <a:prstGeom prst="line">
            <a:avLst/>
          </a:prstGeom>
          <a:noFill/>
          <a:ln w="6350">
            <a:solidFill>
              <a:srgbClr val="D9E5DE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10679430" y="1664208"/>
            <a:ext cx="0" cy="4434840"/>
          </a:xfrm>
          <a:prstGeom prst="line">
            <a:avLst/>
          </a:prstGeom>
          <a:noFill/>
          <a:ln w="6350">
            <a:solidFill>
              <a:srgbClr val="D9E5DE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020660" y="1664208"/>
            <a:ext cx="0" cy="44348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" y="1664208"/>
            <a:ext cx="1737360" cy="1417320"/>
          </a:xfrm>
          <a:prstGeom prst="rect">
            <a:avLst/>
          </a:prstGeom>
          <a:solidFill>
            <a:srgbClr val="00754A"/>
          </a:solidFill>
          <a:ln/>
        </p:spPr>
      </p:sp>
      <p:sp>
        <p:nvSpPr>
          <p:cNvPr id="37" name="Shape 35"/>
          <p:cNvSpPr/>
          <p:nvPr/>
        </p:nvSpPr>
        <p:spPr>
          <a:xfrm>
            <a:off x="182880" y="1664208"/>
            <a:ext cx="329184" cy="1417320"/>
          </a:xfrm>
          <a:prstGeom prst="rect">
            <a:avLst/>
          </a:prstGeom>
          <a:solidFill>
            <a:srgbClr val="00563A"/>
          </a:solidFill>
          <a:ln/>
        </p:spPr>
      </p:sp>
      <p:sp>
        <p:nvSpPr>
          <p:cNvPr id="38" name="Text 36"/>
          <p:cNvSpPr/>
          <p:nvPr/>
        </p:nvSpPr>
        <p:spPr>
          <a:xfrm>
            <a:off x="182880" y="184708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182880" y="237744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650" dirty="0"/>
          </a:p>
        </p:txBody>
      </p:sp>
      <p:pic>
        <p:nvPicPr>
          <p:cNvPr id="4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144268"/>
            <a:ext cx="457200" cy="45720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1042416" y="1755648"/>
            <a:ext cx="841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Discovery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Ingestion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066544" y="1881378"/>
            <a:ext cx="292608" cy="292608"/>
          </a:xfrm>
          <a:prstGeom prst="ellipse">
            <a:avLst/>
          </a:prstGeom>
          <a:solidFill>
            <a:srgbClr val="33A87A"/>
          </a:solidFill>
          <a:ln/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408" y="1936242"/>
            <a:ext cx="182880" cy="18288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2432304" y="1728216"/>
            <a:ext cx="150876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CoG sources. Build STM mapping.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1975104" y="2372868"/>
            <a:ext cx="2011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032504" y="2372868"/>
            <a:ext cx="797631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162981" y="1837944"/>
            <a:ext cx="591541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48" name="Shape 44"/>
          <p:cNvSpPr/>
          <p:nvPr/>
        </p:nvSpPr>
        <p:spPr>
          <a:xfrm>
            <a:off x="4135549" y="1801368"/>
            <a:ext cx="591541" cy="452628"/>
          </a:xfrm>
          <a:prstGeom prst="roundRect">
            <a:avLst>
              <a:gd name="adj" fmla="val 16162"/>
            </a:avLst>
          </a:prstGeom>
          <a:solidFill>
            <a:srgbClr val="33A87A"/>
          </a:solidFill>
          <a:ln/>
        </p:spPr>
      </p:sp>
      <p:sp>
        <p:nvSpPr>
          <p:cNvPr id="49" name="Shape 45"/>
          <p:cNvSpPr/>
          <p:nvPr/>
        </p:nvSpPr>
        <p:spPr>
          <a:xfrm>
            <a:off x="4135549" y="1801368"/>
            <a:ext cx="591541" cy="248945"/>
          </a:xfrm>
          <a:prstGeom prst="roundRect">
            <a:avLst>
              <a:gd name="adj" fmla="val 29385"/>
            </a:avLst>
          </a:prstGeom>
          <a:solidFill>
            <a:srgbClr val="00563A"/>
          </a:solidFill>
          <a:ln/>
        </p:spPr>
      </p:sp>
      <p:sp>
        <p:nvSpPr>
          <p:cNvPr id="50" name="Shape 46"/>
          <p:cNvSpPr/>
          <p:nvPr/>
        </p:nvSpPr>
        <p:spPr>
          <a:xfrm>
            <a:off x="4135549" y="2005051"/>
            <a:ext cx="591541" cy="45263"/>
          </a:xfrm>
          <a:prstGeom prst="rect">
            <a:avLst/>
          </a:prstGeom>
          <a:solidFill>
            <a:srgbClr val="00563A"/>
          </a:solidFill>
          <a:ln/>
        </p:spPr>
      </p:sp>
      <p:pic>
        <p:nvPicPr>
          <p:cNvPr id="5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794" y="1835315"/>
            <a:ext cx="181051" cy="181051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153837" y="2050313"/>
            <a:ext cx="554965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Specs</a:t>
            </a:r>
            <a:endParaRPr lang="en-US" sz="750" dirty="0"/>
          </a:p>
        </p:txBody>
      </p:sp>
      <p:sp>
        <p:nvSpPr>
          <p:cNvPr id="53" name="Shape 48"/>
          <p:cNvSpPr/>
          <p:nvPr/>
        </p:nvSpPr>
        <p:spPr>
          <a:xfrm>
            <a:off x="4827674" y="1837944"/>
            <a:ext cx="1256233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54" name="Shape 49"/>
          <p:cNvSpPr/>
          <p:nvPr/>
        </p:nvSpPr>
        <p:spPr>
          <a:xfrm>
            <a:off x="4800242" y="1801368"/>
            <a:ext cx="1256233" cy="452628"/>
          </a:xfrm>
          <a:prstGeom prst="roundRect">
            <a:avLst>
              <a:gd name="adj" fmla="val 16162"/>
            </a:avLst>
          </a:prstGeom>
          <a:solidFill>
            <a:srgbClr val="33A87A"/>
          </a:solidFill>
          <a:ln/>
        </p:spPr>
      </p:sp>
      <p:sp>
        <p:nvSpPr>
          <p:cNvPr id="55" name="Shape 50"/>
          <p:cNvSpPr/>
          <p:nvPr/>
        </p:nvSpPr>
        <p:spPr>
          <a:xfrm>
            <a:off x="4800242" y="1801368"/>
            <a:ext cx="457200" cy="452628"/>
          </a:xfrm>
          <a:prstGeom prst="roundRect">
            <a:avLst>
              <a:gd name="adj" fmla="val 16162"/>
            </a:avLst>
          </a:prstGeom>
          <a:solidFill>
            <a:srgbClr val="00563A"/>
          </a:solidFill>
          <a:ln/>
        </p:spPr>
      </p:sp>
      <p:sp>
        <p:nvSpPr>
          <p:cNvPr id="56" name="Shape 51"/>
          <p:cNvSpPr/>
          <p:nvPr/>
        </p:nvSpPr>
        <p:spPr>
          <a:xfrm>
            <a:off x="5147714" y="1801368"/>
            <a:ext cx="109728" cy="452628"/>
          </a:xfrm>
          <a:prstGeom prst="rect">
            <a:avLst/>
          </a:prstGeom>
          <a:solidFill>
            <a:srgbClr val="00563A"/>
          </a:solidFill>
          <a:ln/>
        </p:spPr>
      </p:sp>
      <p:pic>
        <p:nvPicPr>
          <p:cNvPr id="5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106" y="1890522"/>
            <a:ext cx="274320" cy="274320"/>
          </a:xfrm>
          <a:prstGeom prst="rect">
            <a:avLst/>
          </a:prstGeom>
        </p:spPr>
      </p:pic>
      <p:sp>
        <p:nvSpPr>
          <p:cNvPr id="58" name="Text 52"/>
          <p:cNvSpPr/>
          <p:nvPr/>
        </p:nvSpPr>
        <p:spPr>
          <a:xfrm>
            <a:off x="5294018" y="1801368"/>
            <a:ext cx="70759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STM Doc</a:t>
            </a:r>
            <a:endParaRPr lang="en-US" sz="950" dirty="0"/>
          </a:p>
        </p:txBody>
      </p:sp>
      <p:sp>
        <p:nvSpPr>
          <p:cNvPr id="59" name="Shape 53"/>
          <p:cNvSpPr/>
          <p:nvPr/>
        </p:nvSpPr>
        <p:spPr>
          <a:xfrm>
            <a:off x="5991587" y="1835658"/>
            <a:ext cx="457200" cy="457200"/>
          </a:xfrm>
          <a:prstGeom prst="diamond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60" name="Shape 54"/>
          <p:cNvSpPr/>
          <p:nvPr/>
        </p:nvSpPr>
        <p:spPr>
          <a:xfrm>
            <a:off x="5964155" y="1799082"/>
            <a:ext cx="457200" cy="457200"/>
          </a:xfrm>
          <a:prstGeom prst="diamond">
            <a:avLst/>
          </a:prstGeom>
          <a:solidFill>
            <a:srgbClr val="00A75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9885" y="1924812"/>
            <a:ext cx="205740" cy="205740"/>
          </a:xfrm>
          <a:prstGeom prst="rect">
            <a:avLst/>
          </a:prstGeom>
        </p:spPr>
      </p:pic>
      <p:sp>
        <p:nvSpPr>
          <p:cNvPr id="62" name="Text 55"/>
          <p:cNvSpPr/>
          <p:nvPr/>
        </p:nvSpPr>
        <p:spPr>
          <a:xfrm>
            <a:off x="5689835" y="226542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63" name="Shape 56"/>
          <p:cNvSpPr/>
          <p:nvPr/>
        </p:nvSpPr>
        <p:spPr>
          <a:xfrm>
            <a:off x="2066544" y="2571750"/>
            <a:ext cx="292608" cy="292608"/>
          </a:xfrm>
          <a:prstGeom prst="ellipse">
            <a:avLst/>
          </a:prstGeom>
          <a:solidFill>
            <a:srgbClr val="33A87A"/>
          </a:solidFill>
          <a:ln/>
        </p:spPr>
      </p:sp>
      <p:pic>
        <p:nvPicPr>
          <p:cNvPr id="6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1408" y="2626614"/>
            <a:ext cx="182880" cy="182880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2432304" y="2418588"/>
            <a:ext cx="150876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source data into RDA tables.</a:t>
            </a:r>
            <a:endParaRPr lang="en-US" sz="1000" dirty="0"/>
          </a:p>
        </p:txBody>
      </p:sp>
      <p:sp>
        <p:nvSpPr>
          <p:cNvPr id="66" name="Shape 58"/>
          <p:cNvSpPr/>
          <p:nvPr/>
        </p:nvSpPr>
        <p:spPr>
          <a:xfrm>
            <a:off x="4894143" y="2528316"/>
            <a:ext cx="1189764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67" name="Shape 59"/>
          <p:cNvSpPr/>
          <p:nvPr/>
        </p:nvSpPr>
        <p:spPr>
          <a:xfrm>
            <a:off x="4866711" y="2491740"/>
            <a:ext cx="1189764" cy="452628"/>
          </a:xfrm>
          <a:prstGeom prst="roundRect">
            <a:avLst>
              <a:gd name="adj" fmla="val 16162"/>
            </a:avLst>
          </a:prstGeom>
          <a:solidFill>
            <a:srgbClr val="33A87A"/>
          </a:solidFill>
          <a:ln/>
        </p:spPr>
      </p:sp>
      <p:sp>
        <p:nvSpPr>
          <p:cNvPr id="68" name="Shape 60"/>
          <p:cNvSpPr/>
          <p:nvPr/>
        </p:nvSpPr>
        <p:spPr>
          <a:xfrm>
            <a:off x="4866711" y="2491740"/>
            <a:ext cx="457200" cy="452628"/>
          </a:xfrm>
          <a:prstGeom prst="roundRect">
            <a:avLst>
              <a:gd name="adj" fmla="val 16162"/>
            </a:avLst>
          </a:prstGeom>
          <a:solidFill>
            <a:srgbClr val="00563A"/>
          </a:solidFill>
          <a:ln/>
        </p:spPr>
      </p:sp>
      <p:sp>
        <p:nvSpPr>
          <p:cNvPr id="69" name="Shape 61"/>
          <p:cNvSpPr/>
          <p:nvPr/>
        </p:nvSpPr>
        <p:spPr>
          <a:xfrm>
            <a:off x="5214183" y="2491740"/>
            <a:ext cx="109728" cy="452628"/>
          </a:xfrm>
          <a:prstGeom prst="rect">
            <a:avLst/>
          </a:prstGeom>
          <a:solidFill>
            <a:srgbClr val="00563A"/>
          </a:solidFill>
          <a:ln/>
        </p:spPr>
      </p:sp>
      <p:pic>
        <p:nvPicPr>
          <p:cNvPr id="7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1575" y="2580894"/>
            <a:ext cx="274320" cy="274320"/>
          </a:xfrm>
          <a:prstGeom prst="rect">
            <a:avLst/>
          </a:prstGeom>
        </p:spPr>
      </p:pic>
      <p:sp>
        <p:nvSpPr>
          <p:cNvPr id="71" name="Text 62"/>
          <p:cNvSpPr/>
          <p:nvPr/>
        </p:nvSpPr>
        <p:spPr>
          <a:xfrm>
            <a:off x="5360487" y="2491740"/>
            <a:ext cx="641124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Extraction</a:t>
            </a:r>
            <a:endParaRPr lang="en-US" sz="950" dirty="0"/>
          </a:p>
        </p:txBody>
      </p:sp>
      <p:sp>
        <p:nvSpPr>
          <p:cNvPr id="72" name="Shape 63"/>
          <p:cNvSpPr/>
          <p:nvPr/>
        </p:nvSpPr>
        <p:spPr>
          <a:xfrm>
            <a:off x="6157059" y="2528316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3" name="Shape 64"/>
          <p:cNvSpPr/>
          <p:nvPr/>
        </p:nvSpPr>
        <p:spPr>
          <a:xfrm>
            <a:off x="6129627" y="2491740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33A87A"/>
          </a:solidFill>
          <a:ln/>
        </p:spPr>
      </p:sp>
      <p:sp>
        <p:nvSpPr>
          <p:cNvPr id="74" name="Shape 65"/>
          <p:cNvSpPr/>
          <p:nvPr/>
        </p:nvSpPr>
        <p:spPr>
          <a:xfrm>
            <a:off x="6129627" y="2491740"/>
            <a:ext cx="525071" cy="248945"/>
          </a:xfrm>
          <a:prstGeom prst="roundRect">
            <a:avLst>
              <a:gd name="adj" fmla="val 29385"/>
            </a:avLst>
          </a:prstGeom>
          <a:solidFill>
            <a:srgbClr val="00563A"/>
          </a:solidFill>
          <a:ln/>
        </p:spPr>
      </p:sp>
      <p:sp>
        <p:nvSpPr>
          <p:cNvPr id="75" name="Shape 66"/>
          <p:cNvSpPr/>
          <p:nvPr/>
        </p:nvSpPr>
        <p:spPr>
          <a:xfrm>
            <a:off x="6129627" y="2695423"/>
            <a:ext cx="525071" cy="45263"/>
          </a:xfrm>
          <a:prstGeom prst="rect">
            <a:avLst/>
          </a:prstGeom>
          <a:solidFill>
            <a:srgbClr val="00563A"/>
          </a:solidFill>
          <a:ln/>
        </p:spPr>
      </p:sp>
      <p:pic>
        <p:nvPicPr>
          <p:cNvPr id="7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1637" y="2525687"/>
            <a:ext cx="181051" cy="181051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6147915" y="2740685"/>
            <a:ext cx="488495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Excel</a:t>
            </a:r>
            <a:endParaRPr lang="en-US" sz="750" dirty="0"/>
          </a:p>
        </p:txBody>
      </p:sp>
      <p:sp>
        <p:nvSpPr>
          <p:cNvPr id="78" name="Shape 68"/>
          <p:cNvSpPr/>
          <p:nvPr/>
        </p:nvSpPr>
        <p:spPr>
          <a:xfrm>
            <a:off x="6821752" y="2528316"/>
            <a:ext cx="990356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79" name="Shape 69"/>
          <p:cNvSpPr/>
          <p:nvPr/>
        </p:nvSpPr>
        <p:spPr>
          <a:xfrm>
            <a:off x="6794320" y="2491740"/>
            <a:ext cx="990356" cy="452628"/>
          </a:xfrm>
          <a:prstGeom prst="roundRect">
            <a:avLst>
              <a:gd name="adj" fmla="val 16162"/>
            </a:avLst>
          </a:prstGeom>
          <a:solidFill>
            <a:srgbClr val="33A87A"/>
          </a:solidFill>
          <a:ln/>
        </p:spPr>
      </p:sp>
      <p:sp>
        <p:nvSpPr>
          <p:cNvPr id="80" name="Shape 70"/>
          <p:cNvSpPr/>
          <p:nvPr/>
        </p:nvSpPr>
        <p:spPr>
          <a:xfrm>
            <a:off x="6794320" y="2491740"/>
            <a:ext cx="457200" cy="452628"/>
          </a:xfrm>
          <a:prstGeom prst="roundRect">
            <a:avLst>
              <a:gd name="adj" fmla="val 16162"/>
            </a:avLst>
          </a:prstGeom>
          <a:solidFill>
            <a:srgbClr val="00563A"/>
          </a:solidFill>
          <a:ln/>
        </p:spPr>
      </p:sp>
      <p:sp>
        <p:nvSpPr>
          <p:cNvPr id="81" name="Shape 71"/>
          <p:cNvSpPr/>
          <p:nvPr/>
        </p:nvSpPr>
        <p:spPr>
          <a:xfrm>
            <a:off x="7141792" y="2491740"/>
            <a:ext cx="109728" cy="452628"/>
          </a:xfrm>
          <a:prstGeom prst="rect">
            <a:avLst/>
          </a:prstGeom>
          <a:solidFill>
            <a:srgbClr val="00563A"/>
          </a:solidFill>
          <a:ln/>
        </p:spPr>
      </p:sp>
      <p:pic>
        <p:nvPicPr>
          <p:cNvPr id="8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9184" y="2580894"/>
            <a:ext cx="274320" cy="274320"/>
          </a:xfrm>
          <a:prstGeom prst="rect">
            <a:avLst/>
          </a:prstGeom>
        </p:spPr>
      </p:pic>
      <p:sp>
        <p:nvSpPr>
          <p:cNvPr id="83" name="Text 72"/>
          <p:cNvSpPr/>
          <p:nvPr/>
        </p:nvSpPr>
        <p:spPr>
          <a:xfrm>
            <a:off x="7288096" y="2491740"/>
            <a:ext cx="441716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→ RDA</a:t>
            </a:r>
            <a:endParaRPr lang="en-US" sz="950" dirty="0"/>
          </a:p>
        </p:txBody>
      </p:sp>
      <p:sp>
        <p:nvSpPr>
          <p:cNvPr id="84" name="Shape 73"/>
          <p:cNvSpPr/>
          <p:nvPr/>
        </p:nvSpPr>
        <p:spPr>
          <a:xfrm>
            <a:off x="7706494" y="2526030"/>
            <a:ext cx="457200" cy="457200"/>
          </a:xfrm>
          <a:prstGeom prst="diamond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85" name="Shape 74"/>
          <p:cNvSpPr/>
          <p:nvPr/>
        </p:nvSpPr>
        <p:spPr>
          <a:xfrm>
            <a:off x="7679062" y="2489454"/>
            <a:ext cx="457200" cy="457200"/>
          </a:xfrm>
          <a:prstGeom prst="diamond">
            <a:avLst/>
          </a:prstGeom>
          <a:solidFill>
            <a:srgbClr val="00A75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8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4792" y="2615184"/>
            <a:ext cx="205740" cy="205740"/>
          </a:xfrm>
          <a:prstGeom prst="rect">
            <a:avLst/>
          </a:prstGeom>
        </p:spPr>
      </p:pic>
      <p:sp>
        <p:nvSpPr>
          <p:cNvPr id="87" name="Text 75"/>
          <p:cNvSpPr/>
          <p:nvPr/>
        </p:nvSpPr>
        <p:spPr>
          <a:xfrm>
            <a:off x="7404742" y="295579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5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Verified</a:t>
            </a:r>
            <a:endParaRPr lang="en-US" sz="750" dirty="0"/>
          </a:p>
        </p:txBody>
      </p:sp>
      <p:sp>
        <p:nvSpPr>
          <p:cNvPr id="88" name="Shape 76"/>
          <p:cNvSpPr/>
          <p:nvPr/>
        </p:nvSpPr>
        <p:spPr>
          <a:xfrm>
            <a:off x="182880" y="3172968"/>
            <a:ext cx="1737360" cy="1417320"/>
          </a:xfrm>
          <a:prstGeom prst="rect">
            <a:avLst/>
          </a:prstGeom>
          <a:solidFill>
            <a:srgbClr val="5E9C8A"/>
          </a:solidFill>
          <a:ln/>
        </p:spPr>
      </p:sp>
      <p:sp>
        <p:nvSpPr>
          <p:cNvPr id="89" name="Shape 77"/>
          <p:cNvSpPr/>
          <p:nvPr/>
        </p:nvSpPr>
        <p:spPr>
          <a:xfrm>
            <a:off x="182880" y="3172968"/>
            <a:ext cx="329184" cy="1417320"/>
          </a:xfrm>
          <a:prstGeom prst="rect">
            <a:avLst/>
          </a:prstGeom>
          <a:solidFill>
            <a:srgbClr val="3F7A6A"/>
          </a:solidFill>
          <a:ln/>
        </p:spPr>
      </p:sp>
      <p:sp>
        <p:nvSpPr>
          <p:cNvPr id="90" name="Text 78"/>
          <p:cNvSpPr/>
          <p:nvPr/>
        </p:nvSpPr>
        <p:spPr>
          <a:xfrm>
            <a:off x="182880" y="335584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91" name="Text 79"/>
          <p:cNvSpPr/>
          <p:nvPr/>
        </p:nvSpPr>
        <p:spPr>
          <a:xfrm>
            <a:off x="182880" y="388620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650" dirty="0"/>
          </a:p>
        </p:txBody>
      </p:sp>
      <p:pic>
        <p:nvPicPr>
          <p:cNvPr id="9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3653028"/>
            <a:ext cx="457200" cy="457200"/>
          </a:xfrm>
          <a:prstGeom prst="rect">
            <a:avLst/>
          </a:prstGeom>
        </p:spPr>
      </p:pic>
      <p:sp>
        <p:nvSpPr>
          <p:cNvPr id="93" name="Text 80"/>
          <p:cNvSpPr/>
          <p:nvPr/>
        </p:nvSpPr>
        <p:spPr>
          <a:xfrm>
            <a:off x="1042416" y="3264408"/>
            <a:ext cx="841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Development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Cloud Prep</a:t>
            </a:r>
            <a:endParaRPr lang="en-US" sz="1000" dirty="0"/>
          </a:p>
        </p:txBody>
      </p:sp>
      <p:sp>
        <p:nvSpPr>
          <p:cNvPr id="94" name="Shape 81"/>
          <p:cNvSpPr/>
          <p:nvPr/>
        </p:nvSpPr>
        <p:spPr>
          <a:xfrm>
            <a:off x="2066544" y="3390138"/>
            <a:ext cx="292608" cy="292608"/>
          </a:xfrm>
          <a:prstGeom prst="ellipse">
            <a:avLst/>
          </a:prstGeom>
          <a:solidFill>
            <a:srgbClr val="7FB8A6"/>
          </a:solidFill>
          <a:ln/>
        </p:spPr>
      </p:sp>
      <p:pic>
        <p:nvPicPr>
          <p:cNvPr id="9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21408" y="3445002"/>
            <a:ext cx="182880" cy="182880"/>
          </a:xfrm>
          <a:prstGeom prst="rect">
            <a:avLst/>
          </a:prstGeom>
        </p:spPr>
      </p:pic>
      <p:sp>
        <p:nvSpPr>
          <p:cNvPr id="96" name="Text 82"/>
          <p:cNvSpPr/>
          <p:nvPr/>
        </p:nvSpPr>
        <p:spPr>
          <a:xfrm>
            <a:off x="2432304" y="3236976"/>
            <a:ext cx="150876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Python to read RDA.</a:t>
            </a:r>
            <a:endParaRPr lang="en-US" sz="1000" dirty="0"/>
          </a:p>
        </p:txBody>
      </p:sp>
      <p:sp>
        <p:nvSpPr>
          <p:cNvPr id="97" name="Shape 83"/>
          <p:cNvSpPr/>
          <p:nvPr/>
        </p:nvSpPr>
        <p:spPr>
          <a:xfrm>
            <a:off x="1975104" y="3881628"/>
            <a:ext cx="2011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98" name="Shape 84"/>
          <p:cNvSpPr/>
          <p:nvPr/>
        </p:nvSpPr>
        <p:spPr>
          <a:xfrm>
            <a:off x="4032504" y="3881628"/>
            <a:ext cx="797631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99" name="Shape 85"/>
          <p:cNvSpPr/>
          <p:nvPr/>
        </p:nvSpPr>
        <p:spPr>
          <a:xfrm>
            <a:off x="6289998" y="3346704"/>
            <a:ext cx="1056825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00" name="Shape 86"/>
          <p:cNvSpPr/>
          <p:nvPr/>
        </p:nvSpPr>
        <p:spPr>
          <a:xfrm>
            <a:off x="6262566" y="3310128"/>
            <a:ext cx="1056825" cy="452628"/>
          </a:xfrm>
          <a:prstGeom prst="roundRect">
            <a:avLst>
              <a:gd name="adj" fmla="val 16162"/>
            </a:avLst>
          </a:prstGeom>
          <a:solidFill>
            <a:srgbClr val="7FB8A6"/>
          </a:solidFill>
          <a:ln/>
        </p:spPr>
      </p:sp>
      <p:sp>
        <p:nvSpPr>
          <p:cNvPr id="101" name="Shape 87"/>
          <p:cNvSpPr/>
          <p:nvPr/>
        </p:nvSpPr>
        <p:spPr>
          <a:xfrm>
            <a:off x="6262566" y="3310128"/>
            <a:ext cx="457200" cy="452628"/>
          </a:xfrm>
          <a:prstGeom prst="roundRect">
            <a:avLst>
              <a:gd name="adj" fmla="val 16162"/>
            </a:avLst>
          </a:prstGeom>
          <a:solidFill>
            <a:srgbClr val="3F7A6A"/>
          </a:solidFill>
          <a:ln/>
        </p:spPr>
      </p:sp>
      <p:sp>
        <p:nvSpPr>
          <p:cNvPr id="102" name="Shape 88"/>
          <p:cNvSpPr/>
          <p:nvPr/>
        </p:nvSpPr>
        <p:spPr>
          <a:xfrm>
            <a:off x="6610038" y="3310128"/>
            <a:ext cx="109728" cy="452628"/>
          </a:xfrm>
          <a:prstGeom prst="rect">
            <a:avLst/>
          </a:prstGeom>
          <a:solidFill>
            <a:srgbClr val="3F7A6A"/>
          </a:solidFill>
          <a:ln/>
        </p:spPr>
      </p:sp>
      <p:pic>
        <p:nvPicPr>
          <p:cNvPr id="10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7430" y="3399282"/>
            <a:ext cx="274320" cy="274320"/>
          </a:xfrm>
          <a:prstGeom prst="rect">
            <a:avLst/>
          </a:prstGeom>
        </p:spPr>
      </p:pic>
      <p:sp>
        <p:nvSpPr>
          <p:cNvPr id="104" name="Text 89"/>
          <p:cNvSpPr/>
          <p:nvPr/>
        </p:nvSpPr>
        <p:spPr>
          <a:xfrm>
            <a:off x="6756342" y="3310128"/>
            <a:ext cx="508185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Python → RDA</a:t>
            </a:r>
            <a:endParaRPr lang="en-US" sz="950" dirty="0"/>
          </a:p>
        </p:txBody>
      </p:sp>
      <p:sp>
        <p:nvSpPr>
          <p:cNvPr id="105" name="Shape 90"/>
          <p:cNvSpPr/>
          <p:nvPr/>
        </p:nvSpPr>
        <p:spPr>
          <a:xfrm>
            <a:off x="7419975" y="3346704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06" name="Shape 91"/>
          <p:cNvSpPr/>
          <p:nvPr/>
        </p:nvSpPr>
        <p:spPr>
          <a:xfrm>
            <a:off x="7392543" y="3310128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7FB8A6"/>
          </a:solidFill>
          <a:ln/>
        </p:spPr>
      </p:sp>
      <p:sp>
        <p:nvSpPr>
          <p:cNvPr id="107" name="Shape 92"/>
          <p:cNvSpPr/>
          <p:nvPr/>
        </p:nvSpPr>
        <p:spPr>
          <a:xfrm>
            <a:off x="7392543" y="3310128"/>
            <a:ext cx="525071" cy="248945"/>
          </a:xfrm>
          <a:prstGeom prst="roundRect">
            <a:avLst>
              <a:gd name="adj" fmla="val 29385"/>
            </a:avLst>
          </a:prstGeom>
          <a:solidFill>
            <a:srgbClr val="3F7A6A"/>
          </a:solidFill>
          <a:ln/>
        </p:spPr>
      </p:sp>
      <p:sp>
        <p:nvSpPr>
          <p:cNvPr id="108" name="Shape 93"/>
          <p:cNvSpPr/>
          <p:nvPr/>
        </p:nvSpPr>
        <p:spPr>
          <a:xfrm>
            <a:off x="7392543" y="3513811"/>
            <a:ext cx="525071" cy="45263"/>
          </a:xfrm>
          <a:prstGeom prst="rect">
            <a:avLst/>
          </a:prstGeom>
          <a:solidFill>
            <a:srgbClr val="3F7A6A"/>
          </a:solidFill>
          <a:ln/>
        </p:spPr>
      </p:sp>
      <p:pic>
        <p:nvPicPr>
          <p:cNvPr id="10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4553" y="3344075"/>
            <a:ext cx="181051" cy="181051"/>
          </a:xfrm>
          <a:prstGeom prst="rect">
            <a:avLst/>
          </a:prstGeom>
        </p:spPr>
      </p:pic>
      <p:sp>
        <p:nvSpPr>
          <p:cNvPr id="110" name="Text 94"/>
          <p:cNvSpPr/>
          <p:nvPr/>
        </p:nvSpPr>
        <p:spPr>
          <a:xfrm>
            <a:off x="7410831" y="3559073"/>
            <a:ext cx="488495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Outputs</a:t>
            </a:r>
            <a:endParaRPr lang="en-US" sz="750" dirty="0"/>
          </a:p>
        </p:txBody>
      </p:sp>
      <p:sp>
        <p:nvSpPr>
          <p:cNvPr id="111" name="Shape 95"/>
          <p:cNvSpPr/>
          <p:nvPr/>
        </p:nvSpPr>
        <p:spPr>
          <a:xfrm>
            <a:off x="8151137" y="3346704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12" name="Shape 96"/>
          <p:cNvSpPr/>
          <p:nvPr/>
        </p:nvSpPr>
        <p:spPr>
          <a:xfrm>
            <a:off x="8123705" y="3310128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7FB8A6"/>
          </a:solidFill>
          <a:ln/>
        </p:spPr>
      </p:sp>
      <p:sp>
        <p:nvSpPr>
          <p:cNvPr id="113" name="Shape 97"/>
          <p:cNvSpPr/>
          <p:nvPr/>
        </p:nvSpPr>
        <p:spPr>
          <a:xfrm>
            <a:off x="8123705" y="3310128"/>
            <a:ext cx="525071" cy="248945"/>
          </a:xfrm>
          <a:prstGeom prst="roundRect">
            <a:avLst>
              <a:gd name="adj" fmla="val 29385"/>
            </a:avLst>
          </a:prstGeom>
          <a:solidFill>
            <a:srgbClr val="3F7A6A"/>
          </a:solidFill>
          <a:ln/>
        </p:spPr>
      </p:sp>
      <p:sp>
        <p:nvSpPr>
          <p:cNvPr id="114" name="Shape 98"/>
          <p:cNvSpPr/>
          <p:nvPr/>
        </p:nvSpPr>
        <p:spPr>
          <a:xfrm>
            <a:off x="8123705" y="3513811"/>
            <a:ext cx="525071" cy="45263"/>
          </a:xfrm>
          <a:prstGeom prst="rect">
            <a:avLst/>
          </a:prstGeom>
          <a:solidFill>
            <a:srgbClr val="3F7A6A"/>
          </a:solidFill>
          <a:ln/>
        </p:spPr>
      </p:sp>
      <p:pic>
        <p:nvPicPr>
          <p:cNvPr id="11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95715" y="3344075"/>
            <a:ext cx="181051" cy="181051"/>
          </a:xfrm>
          <a:prstGeom prst="rect">
            <a:avLst/>
          </a:prstGeom>
        </p:spPr>
      </p:pic>
      <p:sp>
        <p:nvSpPr>
          <p:cNvPr id="116" name="Text 99"/>
          <p:cNvSpPr/>
          <p:nvPr/>
        </p:nvSpPr>
        <p:spPr>
          <a:xfrm>
            <a:off x="8141993" y="3559073"/>
            <a:ext cx="488495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Catherine Reviews</a:t>
            </a:r>
            <a:endParaRPr lang="en-US" sz="750" dirty="0"/>
          </a:p>
        </p:txBody>
      </p:sp>
      <p:sp>
        <p:nvSpPr>
          <p:cNvPr id="117" name="Shape 100"/>
          <p:cNvSpPr/>
          <p:nvPr/>
        </p:nvSpPr>
        <p:spPr>
          <a:xfrm>
            <a:off x="2066544" y="4080510"/>
            <a:ext cx="292608" cy="292608"/>
          </a:xfrm>
          <a:prstGeom prst="ellipse">
            <a:avLst/>
          </a:prstGeom>
          <a:solidFill>
            <a:srgbClr val="7FB8A6"/>
          </a:solidFill>
          <a:ln/>
        </p:spPr>
      </p:sp>
      <p:pic>
        <p:nvPicPr>
          <p:cNvPr id="11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21408" y="4135374"/>
            <a:ext cx="182880" cy="182880"/>
          </a:xfrm>
          <a:prstGeom prst="rect">
            <a:avLst/>
          </a:prstGeom>
        </p:spPr>
      </p:pic>
      <p:sp>
        <p:nvSpPr>
          <p:cNvPr id="119" name="Text 101"/>
          <p:cNvSpPr/>
          <p:nvPr/>
        </p:nvSpPr>
        <p:spPr>
          <a:xfrm>
            <a:off x="2432304" y="3927348"/>
            <a:ext cx="150876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cloud. Migrate. Configure.</a:t>
            </a:r>
            <a:endParaRPr lang="en-US" sz="1000" dirty="0"/>
          </a:p>
        </p:txBody>
      </p:sp>
      <p:sp>
        <p:nvSpPr>
          <p:cNvPr id="120" name="Shape 102"/>
          <p:cNvSpPr/>
          <p:nvPr/>
        </p:nvSpPr>
        <p:spPr>
          <a:xfrm>
            <a:off x="8749360" y="4037076"/>
            <a:ext cx="1256233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1" name="Shape 103"/>
          <p:cNvSpPr/>
          <p:nvPr/>
        </p:nvSpPr>
        <p:spPr>
          <a:xfrm>
            <a:off x="8721928" y="4000500"/>
            <a:ext cx="1256233" cy="452628"/>
          </a:xfrm>
          <a:prstGeom prst="roundRect">
            <a:avLst>
              <a:gd name="adj" fmla="val 16162"/>
            </a:avLst>
          </a:prstGeom>
          <a:solidFill>
            <a:srgbClr val="7FB8A6"/>
          </a:solidFill>
          <a:ln/>
        </p:spPr>
      </p:sp>
      <p:sp>
        <p:nvSpPr>
          <p:cNvPr id="122" name="Shape 104"/>
          <p:cNvSpPr/>
          <p:nvPr/>
        </p:nvSpPr>
        <p:spPr>
          <a:xfrm>
            <a:off x="8721928" y="4000500"/>
            <a:ext cx="457200" cy="452628"/>
          </a:xfrm>
          <a:prstGeom prst="roundRect">
            <a:avLst>
              <a:gd name="adj" fmla="val 16162"/>
            </a:avLst>
          </a:prstGeom>
          <a:solidFill>
            <a:srgbClr val="3F7A6A"/>
          </a:solidFill>
          <a:ln/>
        </p:spPr>
      </p:sp>
      <p:sp>
        <p:nvSpPr>
          <p:cNvPr id="123" name="Shape 105"/>
          <p:cNvSpPr/>
          <p:nvPr/>
        </p:nvSpPr>
        <p:spPr>
          <a:xfrm>
            <a:off x="9069400" y="4000500"/>
            <a:ext cx="109728" cy="452628"/>
          </a:xfrm>
          <a:prstGeom prst="rect">
            <a:avLst/>
          </a:prstGeom>
          <a:solidFill>
            <a:srgbClr val="3F7A6A"/>
          </a:solidFill>
          <a:ln/>
        </p:spPr>
      </p:sp>
      <p:pic>
        <p:nvPicPr>
          <p:cNvPr id="1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776792" y="4089654"/>
            <a:ext cx="274320" cy="274320"/>
          </a:xfrm>
          <a:prstGeom prst="rect">
            <a:avLst/>
          </a:prstGeom>
        </p:spPr>
      </p:pic>
      <p:sp>
        <p:nvSpPr>
          <p:cNvPr id="125" name="Text 106"/>
          <p:cNvSpPr/>
          <p:nvPr/>
        </p:nvSpPr>
        <p:spPr>
          <a:xfrm>
            <a:off x="9215704" y="4000500"/>
            <a:ext cx="70759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Env Setup</a:t>
            </a:r>
            <a:endParaRPr lang="en-US" sz="950" dirty="0"/>
          </a:p>
        </p:txBody>
      </p:sp>
      <p:sp>
        <p:nvSpPr>
          <p:cNvPr id="126" name="Shape 107"/>
          <p:cNvSpPr/>
          <p:nvPr/>
        </p:nvSpPr>
        <p:spPr>
          <a:xfrm>
            <a:off x="10078745" y="4037076"/>
            <a:ext cx="1256233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27" name="Shape 108"/>
          <p:cNvSpPr/>
          <p:nvPr/>
        </p:nvSpPr>
        <p:spPr>
          <a:xfrm>
            <a:off x="10051313" y="4000500"/>
            <a:ext cx="1256233" cy="452628"/>
          </a:xfrm>
          <a:prstGeom prst="roundRect">
            <a:avLst>
              <a:gd name="adj" fmla="val 16162"/>
            </a:avLst>
          </a:prstGeom>
          <a:solidFill>
            <a:srgbClr val="7FB8A6"/>
          </a:solidFill>
          <a:ln/>
        </p:spPr>
      </p:sp>
      <p:sp>
        <p:nvSpPr>
          <p:cNvPr id="128" name="Shape 109"/>
          <p:cNvSpPr/>
          <p:nvPr/>
        </p:nvSpPr>
        <p:spPr>
          <a:xfrm>
            <a:off x="10051313" y="4000500"/>
            <a:ext cx="457200" cy="452628"/>
          </a:xfrm>
          <a:prstGeom prst="roundRect">
            <a:avLst>
              <a:gd name="adj" fmla="val 16162"/>
            </a:avLst>
          </a:prstGeom>
          <a:solidFill>
            <a:srgbClr val="3F7A6A"/>
          </a:solidFill>
          <a:ln/>
        </p:spPr>
      </p:sp>
      <p:sp>
        <p:nvSpPr>
          <p:cNvPr id="129" name="Shape 110"/>
          <p:cNvSpPr/>
          <p:nvPr/>
        </p:nvSpPr>
        <p:spPr>
          <a:xfrm>
            <a:off x="10398785" y="4000500"/>
            <a:ext cx="109728" cy="452628"/>
          </a:xfrm>
          <a:prstGeom prst="rect">
            <a:avLst/>
          </a:prstGeom>
          <a:solidFill>
            <a:srgbClr val="3F7A6A"/>
          </a:solidFill>
          <a:ln/>
        </p:spPr>
      </p:sp>
      <p:pic>
        <p:nvPicPr>
          <p:cNvPr id="130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06177" y="4089654"/>
            <a:ext cx="274320" cy="274320"/>
          </a:xfrm>
          <a:prstGeom prst="rect">
            <a:avLst/>
          </a:prstGeom>
        </p:spPr>
      </p:pic>
      <p:sp>
        <p:nvSpPr>
          <p:cNvPr id="131" name="Text 111"/>
          <p:cNvSpPr/>
          <p:nvPr/>
        </p:nvSpPr>
        <p:spPr>
          <a:xfrm>
            <a:off x="10545089" y="4000500"/>
            <a:ext cx="707593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Databricks</a:t>
            </a:r>
            <a:endParaRPr lang="en-US" sz="950" dirty="0"/>
          </a:p>
        </p:txBody>
      </p:sp>
      <p:sp>
        <p:nvSpPr>
          <p:cNvPr id="132" name="Shape 112"/>
          <p:cNvSpPr/>
          <p:nvPr/>
        </p:nvSpPr>
        <p:spPr>
          <a:xfrm>
            <a:off x="11242658" y="4034790"/>
            <a:ext cx="457200" cy="457200"/>
          </a:xfrm>
          <a:prstGeom prst="diamond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33" name="Shape 113"/>
          <p:cNvSpPr/>
          <p:nvPr/>
        </p:nvSpPr>
        <p:spPr>
          <a:xfrm>
            <a:off x="11215226" y="3998214"/>
            <a:ext cx="457200" cy="457200"/>
          </a:xfrm>
          <a:prstGeom prst="diamond">
            <a:avLst/>
          </a:prstGeom>
          <a:solidFill>
            <a:srgbClr val="00A75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34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340956" y="4123944"/>
            <a:ext cx="205740" cy="205740"/>
          </a:xfrm>
          <a:prstGeom prst="rect">
            <a:avLst/>
          </a:prstGeom>
        </p:spPr>
      </p:pic>
      <p:sp>
        <p:nvSpPr>
          <p:cNvPr id="135" name="Text 114"/>
          <p:cNvSpPr/>
          <p:nvPr/>
        </p:nvSpPr>
        <p:spPr>
          <a:xfrm>
            <a:off x="10940906" y="446455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F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Ready</a:t>
            </a:r>
            <a:endParaRPr lang="en-US" sz="750" dirty="0"/>
          </a:p>
        </p:txBody>
      </p:sp>
      <p:sp>
        <p:nvSpPr>
          <p:cNvPr id="136" name="Shape 115"/>
          <p:cNvSpPr/>
          <p:nvPr/>
        </p:nvSpPr>
        <p:spPr>
          <a:xfrm>
            <a:off x="182880" y="4681728"/>
            <a:ext cx="1737360" cy="1417320"/>
          </a:xfrm>
          <a:prstGeom prst="rect">
            <a:avLst/>
          </a:prstGeom>
          <a:solidFill>
            <a:srgbClr val="8AB5A3"/>
          </a:solidFill>
          <a:ln/>
        </p:spPr>
      </p:sp>
      <p:sp>
        <p:nvSpPr>
          <p:cNvPr id="137" name="Shape 116"/>
          <p:cNvSpPr/>
          <p:nvPr/>
        </p:nvSpPr>
        <p:spPr>
          <a:xfrm>
            <a:off x="182880" y="4681728"/>
            <a:ext cx="329184" cy="1417320"/>
          </a:xfrm>
          <a:prstGeom prst="rect">
            <a:avLst/>
          </a:prstGeom>
          <a:solidFill>
            <a:srgbClr val="5E8B7E"/>
          </a:solidFill>
          <a:ln/>
        </p:spPr>
      </p:sp>
      <p:sp>
        <p:nvSpPr>
          <p:cNvPr id="138" name="Text 117"/>
          <p:cNvSpPr/>
          <p:nvPr/>
        </p:nvSpPr>
        <p:spPr>
          <a:xfrm>
            <a:off x="182880" y="486460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39" name="Text 118"/>
          <p:cNvSpPr/>
          <p:nvPr/>
        </p:nvSpPr>
        <p:spPr>
          <a:xfrm>
            <a:off x="182880" y="539496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650" dirty="0"/>
          </a:p>
        </p:txBody>
      </p:sp>
      <p:pic>
        <p:nvPicPr>
          <p:cNvPr id="14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66928" y="5161788"/>
            <a:ext cx="457200" cy="457200"/>
          </a:xfrm>
          <a:prstGeom prst="rect">
            <a:avLst/>
          </a:prstGeom>
        </p:spPr>
      </p:pic>
      <p:sp>
        <p:nvSpPr>
          <p:cNvPr id="141" name="Text 119"/>
          <p:cNvSpPr/>
          <p:nvPr/>
        </p:nvSpPr>
        <p:spPr>
          <a:xfrm>
            <a:off x="1042416" y="4773168"/>
            <a:ext cx="8412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</p:txBody>
      </p:sp>
      <p:sp>
        <p:nvSpPr>
          <p:cNvPr id="142" name="Shape 120"/>
          <p:cNvSpPr/>
          <p:nvPr/>
        </p:nvSpPr>
        <p:spPr>
          <a:xfrm>
            <a:off x="2066544" y="4898898"/>
            <a:ext cx="292608" cy="292608"/>
          </a:xfrm>
          <a:prstGeom prst="ellipse">
            <a:avLst/>
          </a:prstGeom>
          <a:solidFill>
            <a:srgbClr val="A9CFC0"/>
          </a:solidFill>
          <a:ln/>
        </p:spPr>
      </p:sp>
      <p:pic>
        <p:nvPicPr>
          <p:cNvPr id="143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21408" y="4953762"/>
            <a:ext cx="182880" cy="182880"/>
          </a:xfrm>
          <a:prstGeom prst="rect">
            <a:avLst/>
          </a:prstGeom>
        </p:spPr>
      </p:pic>
      <p:sp>
        <p:nvSpPr>
          <p:cNvPr id="144" name="Text 121"/>
          <p:cNvSpPr/>
          <p:nvPr/>
        </p:nvSpPr>
        <p:spPr>
          <a:xfrm>
            <a:off x="2432304" y="4745736"/>
            <a:ext cx="150876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joint CoG + RDA session.</a:t>
            </a:r>
            <a:endParaRPr lang="en-US" sz="1000" dirty="0"/>
          </a:p>
        </p:txBody>
      </p:sp>
      <p:sp>
        <p:nvSpPr>
          <p:cNvPr id="145" name="Shape 122"/>
          <p:cNvSpPr/>
          <p:nvPr/>
        </p:nvSpPr>
        <p:spPr>
          <a:xfrm>
            <a:off x="1975104" y="5390388"/>
            <a:ext cx="201168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46" name="Shape 123"/>
          <p:cNvSpPr/>
          <p:nvPr/>
        </p:nvSpPr>
        <p:spPr>
          <a:xfrm>
            <a:off x="4032504" y="5390388"/>
            <a:ext cx="7976311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7" name="Shape 124"/>
          <p:cNvSpPr/>
          <p:nvPr/>
        </p:nvSpPr>
        <p:spPr>
          <a:xfrm>
            <a:off x="8815829" y="4855464"/>
            <a:ext cx="458602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48" name="Shape 125"/>
          <p:cNvSpPr/>
          <p:nvPr/>
        </p:nvSpPr>
        <p:spPr>
          <a:xfrm>
            <a:off x="8788397" y="4818888"/>
            <a:ext cx="458602" cy="452628"/>
          </a:xfrm>
          <a:prstGeom prst="roundRect">
            <a:avLst>
              <a:gd name="adj" fmla="val 16162"/>
            </a:avLst>
          </a:prstGeom>
          <a:solidFill>
            <a:srgbClr val="A9CFC0"/>
          </a:solidFill>
          <a:ln/>
        </p:spPr>
      </p:sp>
      <p:sp>
        <p:nvSpPr>
          <p:cNvPr id="149" name="Shape 126"/>
          <p:cNvSpPr/>
          <p:nvPr/>
        </p:nvSpPr>
        <p:spPr>
          <a:xfrm>
            <a:off x="8788397" y="4818888"/>
            <a:ext cx="458602" cy="248945"/>
          </a:xfrm>
          <a:prstGeom prst="roundRect">
            <a:avLst>
              <a:gd name="adj" fmla="val 29385"/>
            </a:avLst>
          </a:prstGeom>
          <a:solidFill>
            <a:srgbClr val="5E8B7E"/>
          </a:solidFill>
          <a:ln/>
        </p:spPr>
      </p:sp>
      <p:sp>
        <p:nvSpPr>
          <p:cNvPr id="150" name="Shape 127"/>
          <p:cNvSpPr/>
          <p:nvPr/>
        </p:nvSpPr>
        <p:spPr>
          <a:xfrm>
            <a:off x="8788397" y="5022571"/>
            <a:ext cx="458602" cy="45263"/>
          </a:xfrm>
          <a:prstGeom prst="rect">
            <a:avLst/>
          </a:prstGeom>
          <a:solidFill>
            <a:srgbClr val="5E8B7E"/>
          </a:solidFill>
          <a:ln/>
        </p:spPr>
      </p:sp>
      <p:pic>
        <p:nvPicPr>
          <p:cNvPr id="151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927173" y="4852835"/>
            <a:ext cx="181051" cy="181051"/>
          </a:xfrm>
          <a:prstGeom prst="rect">
            <a:avLst/>
          </a:prstGeom>
        </p:spPr>
      </p:pic>
      <p:sp>
        <p:nvSpPr>
          <p:cNvPr id="152" name="Text 128"/>
          <p:cNvSpPr/>
          <p:nvPr/>
        </p:nvSpPr>
        <p:spPr>
          <a:xfrm>
            <a:off x="8806685" y="5067833"/>
            <a:ext cx="422026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750" dirty="0"/>
          </a:p>
        </p:txBody>
      </p:sp>
      <p:sp>
        <p:nvSpPr>
          <p:cNvPr id="153" name="Shape 129"/>
          <p:cNvSpPr/>
          <p:nvPr/>
        </p:nvSpPr>
        <p:spPr>
          <a:xfrm>
            <a:off x="9347584" y="4855464"/>
            <a:ext cx="591541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54" name="Shape 130"/>
          <p:cNvSpPr/>
          <p:nvPr/>
        </p:nvSpPr>
        <p:spPr>
          <a:xfrm>
            <a:off x="9320152" y="4818888"/>
            <a:ext cx="591541" cy="452628"/>
          </a:xfrm>
          <a:prstGeom prst="roundRect">
            <a:avLst>
              <a:gd name="adj" fmla="val 16162"/>
            </a:avLst>
          </a:prstGeom>
          <a:solidFill>
            <a:srgbClr val="A9CFC0"/>
          </a:solidFill>
          <a:ln/>
        </p:spPr>
      </p:sp>
      <p:sp>
        <p:nvSpPr>
          <p:cNvPr id="155" name="Shape 131"/>
          <p:cNvSpPr/>
          <p:nvPr/>
        </p:nvSpPr>
        <p:spPr>
          <a:xfrm>
            <a:off x="9320152" y="4818888"/>
            <a:ext cx="591541" cy="248945"/>
          </a:xfrm>
          <a:prstGeom prst="roundRect">
            <a:avLst>
              <a:gd name="adj" fmla="val 29385"/>
            </a:avLst>
          </a:prstGeom>
          <a:solidFill>
            <a:srgbClr val="5E8B7E"/>
          </a:solidFill>
          <a:ln/>
        </p:spPr>
      </p:sp>
      <p:sp>
        <p:nvSpPr>
          <p:cNvPr id="156" name="Shape 132"/>
          <p:cNvSpPr/>
          <p:nvPr/>
        </p:nvSpPr>
        <p:spPr>
          <a:xfrm>
            <a:off x="9320152" y="5022571"/>
            <a:ext cx="591541" cy="45263"/>
          </a:xfrm>
          <a:prstGeom prst="rect">
            <a:avLst/>
          </a:prstGeom>
          <a:solidFill>
            <a:srgbClr val="5E8B7E"/>
          </a:solidFill>
          <a:ln/>
        </p:spPr>
      </p:sp>
      <p:pic>
        <p:nvPicPr>
          <p:cNvPr id="1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25396" y="4852835"/>
            <a:ext cx="181051" cy="181051"/>
          </a:xfrm>
          <a:prstGeom prst="rect">
            <a:avLst/>
          </a:prstGeom>
        </p:spPr>
      </p:pic>
      <p:sp>
        <p:nvSpPr>
          <p:cNvPr id="158" name="Text 133"/>
          <p:cNvSpPr/>
          <p:nvPr/>
        </p:nvSpPr>
        <p:spPr>
          <a:xfrm>
            <a:off x="9338440" y="5067833"/>
            <a:ext cx="554965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Agenda</a:t>
            </a:r>
            <a:endParaRPr lang="en-US" sz="750" dirty="0"/>
          </a:p>
        </p:txBody>
      </p:sp>
      <p:sp>
        <p:nvSpPr>
          <p:cNvPr id="159" name="Shape 134"/>
          <p:cNvSpPr/>
          <p:nvPr/>
        </p:nvSpPr>
        <p:spPr>
          <a:xfrm>
            <a:off x="10012276" y="4855464"/>
            <a:ext cx="591541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60" name="Shape 135"/>
          <p:cNvSpPr/>
          <p:nvPr/>
        </p:nvSpPr>
        <p:spPr>
          <a:xfrm>
            <a:off x="9984844" y="4818888"/>
            <a:ext cx="591541" cy="452628"/>
          </a:xfrm>
          <a:prstGeom prst="roundRect">
            <a:avLst>
              <a:gd name="adj" fmla="val 16162"/>
            </a:avLst>
          </a:prstGeom>
          <a:solidFill>
            <a:srgbClr val="A9CFC0"/>
          </a:solidFill>
          <a:ln/>
        </p:spPr>
      </p:sp>
      <p:sp>
        <p:nvSpPr>
          <p:cNvPr id="161" name="Shape 136"/>
          <p:cNvSpPr/>
          <p:nvPr/>
        </p:nvSpPr>
        <p:spPr>
          <a:xfrm>
            <a:off x="9984844" y="4818888"/>
            <a:ext cx="591541" cy="248945"/>
          </a:xfrm>
          <a:prstGeom prst="roundRect">
            <a:avLst>
              <a:gd name="adj" fmla="val 29385"/>
            </a:avLst>
          </a:prstGeom>
          <a:solidFill>
            <a:srgbClr val="5E8B7E"/>
          </a:solidFill>
          <a:ln/>
        </p:spPr>
      </p:sp>
      <p:sp>
        <p:nvSpPr>
          <p:cNvPr id="162" name="Shape 137"/>
          <p:cNvSpPr/>
          <p:nvPr/>
        </p:nvSpPr>
        <p:spPr>
          <a:xfrm>
            <a:off x="9984844" y="5022571"/>
            <a:ext cx="591541" cy="45263"/>
          </a:xfrm>
          <a:prstGeom prst="rect">
            <a:avLst/>
          </a:prstGeom>
          <a:solidFill>
            <a:srgbClr val="5E8B7E"/>
          </a:solidFill>
          <a:ln/>
        </p:spPr>
      </p:sp>
      <p:pic>
        <p:nvPicPr>
          <p:cNvPr id="16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190089" y="4852835"/>
            <a:ext cx="181051" cy="181051"/>
          </a:xfrm>
          <a:prstGeom prst="rect">
            <a:avLst/>
          </a:prstGeom>
        </p:spPr>
      </p:pic>
      <p:sp>
        <p:nvSpPr>
          <p:cNvPr id="164" name="Text 138"/>
          <p:cNvSpPr/>
          <p:nvPr/>
        </p:nvSpPr>
        <p:spPr>
          <a:xfrm>
            <a:off x="10003132" y="5067833"/>
            <a:ext cx="554965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Session</a:t>
            </a:r>
            <a:endParaRPr lang="en-US" sz="750" dirty="0"/>
          </a:p>
        </p:txBody>
      </p:sp>
      <p:sp>
        <p:nvSpPr>
          <p:cNvPr id="165" name="Shape 139"/>
          <p:cNvSpPr/>
          <p:nvPr/>
        </p:nvSpPr>
        <p:spPr>
          <a:xfrm>
            <a:off x="2066544" y="5589270"/>
            <a:ext cx="292608" cy="292608"/>
          </a:xfrm>
          <a:prstGeom prst="ellipse">
            <a:avLst/>
          </a:prstGeom>
          <a:solidFill>
            <a:srgbClr val="A9CFC0"/>
          </a:solidFill>
          <a:ln/>
        </p:spPr>
      </p:sp>
      <p:pic>
        <p:nvPicPr>
          <p:cNvPr id="16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2121408" y="5644134"/>
            <a:ext cx="182880" cy="182880"/>
          </a:xfrm>
          <a:prstGeom prst="rect">
            <a:avLst/>
          </a:prstGeom>
        </p:spPr>
      </p:pic>
      <p:sp>
        <p:nvSpPr>
          <p:cNvPr id="167" name="Text 140"/>
          <p:cNvSpPr/>
          <p:nvPr/>
        </p:nvSpPr>
        <p:spPr>
          <a:xfrm>
            <a:off x="2432304" y="5436108"/>
            <a:ext cx="150876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prototype in the cloud.</a:t>
            </a:r>
            <a:endParaRPr lang="en-US" sz="1000" dirty="0"/>
          </a:p>
        </p:txBody>
      </p:sp>
      <p:sp>
        <p:nvSpPr>
          <p:cNvPr id="168" name="Shape 141"/>
          <p:cNvSpPr/>
          <p:nvPr/>
        </p:nvSpPr>
        <p:spPr>
          <a:xfrm>
            <a:off x="10809907" y="5545836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69" name="Shape 142"/>
          <p:cNvSpPr/>
          <p:nvPr/>
        </p:nvSpPr>
        <p:spPr>
          <a:xfrm>
            <a:off x="10782475" y="5509260"/>
            <a:ext cx="525071" cy="452628"/>
          </a:xfrm>
          <a:prstGeom prst="roundRect">
            <a:avLst>
              <a:gd name="adj" fmla="val 16162"/>
            </a:avLst>
          </a:prstGeom>
          <a:solidFill>
            <a:srgbClr val="A9CFC0"/>
          </a:solidFill>
          <a:ln/>
        </p:spPr>
      </p:sp>
      <p:sp>
        <p:nvSpPr>
          <p:cNvPr id="170" name="Shape 143"/>
          <p:cNvSpPr/>
          <p:nvPr/>
        </p:nvSpPr>
        <p:spPr>
          <a:xfrm>
            <a:off x="10782475" y="5509260"/>
            <a:ext cx="525071" cy="248945"/>
          </a:xfrm>
          <a:prstGeom prst="roundRect">
            <a:avLst>
              <a:gd name="adj" fmla="val 29385"/>
            </a:avLst>
          </a:prstGeom>
          <a:solidFill>
            <a:srgbClr val="5E8B7E"/>
          </a:solidFill>
          <a:ln/>
        </p:spPr>
      </p:sp>
      <p:sp>
        <p:nvSpPr>
          <p:cNvPr id="171" name="Shape 144"/>
          <p:cNvSpPr/>
          <p:nvPr/>
        </p:nvSpPr>
        <p:spPr>
          <a:xfrm>
            <a:off x="10782475" y="5712943"/>
            <a:ext cx="525071" cy="45263"/>
          </a:xfrm>
          <a:prstGeom prst="rect">
            <a:avLst/>
          </a:prstGeom>
          <a:solidFill>
            <a:srgbClr val="5E8B7E"/>
          </a:solidFill>
          <a:ln/>
        </p:spPr>
      </p:sp>
      <p:pic>
        <p:nvPicPr>
          <p:cNvPr id="172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954485" y="5543207"/>
            <a:ext cx="181051" cy="181051"/>
          </a:xfrm>
          <a:prstGeom prst="rect">
            <a:avLst/>
          </a:prstGeom>
        </p:spPr>
      </p:pic>
      <p:sp>
        <p:nvSpPr>
          <p:cNvPr id="173" name="Text 145"/>
          <p:cNvSpPr/>
          <p:nvPr/>
        </p:nvSpPr>
        <p:spPr>
          <a:xfrm>
            <a:off x="10800763" y="5758205"/>
            <a:ext cx="488495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Cloud</a:t>
            </a:r>
            <a:endParaRPr lang="en-US" sz="750" dirty="0"/>
          </a:p>
        </p:txBody>
      </p:sp>
      <p:sp>
        <p:nvSpPr>
          <p:cNvPr id="174" name="Shape 146"/>
          <p:cNvSpPr/>
          <p:nvPr/>
        </p:nvSpPr>
        <p:spPr>
          <a:xfrm>
            <a:off x="11408131" y="5545836"/>
            <a:ext cx="325664" cy="452628"/>
          </a:xfrm>
          <a:prstGeom prst="roundRect">
            <a:avLst>
              <a:gd name="adj" fmla="val 22462"/>
            </a:avLst>
          </a:prstGeom>
          <a:solidFill>
            <a:srgbClr val="000000">
              <a:alpha val="12000"/>
            </a:srgbClr>
          </a:solidFill>
          <a:ln/>
        </p:spPr>
      </p:sp>
      <p:sp>
        <p:nvSpPr>
          <p:cNvPr id="175" name="Shape 147"/>
          <p:cNvSpPr/>
          <p:nvPr/>
        </p:nvSpPr>
        <p:spPr>
          <a:xfrm>
            <a:off x="11380699" y="5509260"/>
            <a:ext cx="325664" cy="452628"/>
          </a:xfrm>
          <a:prstGeom prst="roundRect">
            <a:avLst>
              <a:gd name="adj" fmla="val 22462"/>
            </a:avLst>
          </a:prstGeom>
          <a:solidFill>
            <a:srgbClr val="A9CFC0"/>
          </a:solidFill>
          <a:ln/>
        </p:spPr>
      </p:sp>
      <p:sp>
        <p:nvSpPr>
          <p:cNvPr id="176" name="Shape 148"/>
          <p:cNvSpPr/>
          <p:nvPr/>
        </p:nvSpPr>
        <p:spPr>
          <a:xfrm>
            <a:off x="11380699" y="5509260"/>
            <a:ext cx="325664" cy="248945"/>
          </a:xfrm>
          <a:prstGeom prst="roundRect">
            <a:avLst>
              <a:gd name="adj" fmla="val 29385"/>
            </a:avLst>
          </a:prstGeom>
          <a:solidFill>
            <a:srgbClr val="5E8B7E"/>
          </a:solidFill>
          <a:ln/>
        </p:spPr>
      </p:sp>
      <p:sp>
        <p:nvSpPr>
          <p:cNvPr id="177" name="Shape 149"/>
          <p:cNvSpPr/>
          <p:nvPr/>
        </p:nvSpPr>
        <p:spPr>
          <a:xfrm>
            <a:off x="11380699" y="5712943"/>
            <a:ext cx="325664" cy="45263"/>
          </a:xfrm>
          <a:prstGeom prst="rect">
            <a:avLst/>
          </a:prstGeom>
          <a:solidFill>
            <a:srgbClr val="5E8B7E"/>
          </a:solidFill>
          <a:ln/>
        </p:spPr>
      </p:sp>
      <p:pic>
        <p:nvPicPr>
          <p:cNvPr id="17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453973" y="5544175"/>
            <a:ext cx="179115" cy="179115"/>
          </a:xfrm>
          <a:prstGeom prst="rect">
            <a:avLst/>
          </a:prstGeom>
        </p:spPr>
      </p:pic>
      <p:sp>
        <p:nvSpPr>
          <p:cNvPr id="179" name="Text 150"/>
          <p:cNvSpPr/>
          <p:nvPr/>
        </p:nvSpPr>
        <p:spPr>
          <a:xfrm>
            <a:off x="11398987" y="5758205"/>
            <a:ext cx="289088" cy="2036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180" name="Shape 151"/>
          <p:cNvSpPr/>
          <p:nvPr/>
        </p:nvSpPr>
        <p:spPr>
          <a:xfrm>
            <a:off x="11661415" y="5543550"/>
            <a:ext cx="457200" cy="457200"/>
          </a:xfrm>
          <a:prstGeom prst="diamond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181" name="Shape 152"/>
          <p:cNvSpPr/>
          <p:nvPr/>
        </p:nvSpPr>
        <p:spPr>
          <a:xfrm>
            <a:off x="11633983" y="5506974"/>
            <a:ext cx="457200" cy="457200"/>
          </a:xfrm>
          <a:prstGeom prst="diamond">
            <a:avLst/>
          </a:prstGeom>
          <a:solidFill>
            <a:srgbClr val="00A758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2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1759713" y="5632704"/>
            <a:ext cx="205740" cy="205740"/>
          </a:xfrm>
          <a:prstGeom prst="rect">
            <a:avLst/>
          </a:prstGeom>
        </p:spPr>
      </p:pic>
      <p:sp>
        <p:nvSpPr>
          <p:cNvPr id="183" name="Text 153"/>
          <p:cNvSpPr/>
          <p:nvPr/>
        </p:nvSpPr>
        <p:spPr>
          <a:xfrm>
            <a:off x="11064240" y="597331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E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</a:t>
            </a:r>
            <a:endParaRPr lang="en-US" sz="750" dirty="0"/>
          </a:p>
        </p:txBody>
      </p:sp>
      <p:sp>
        <p:nvSpPr>
          <p:cNvPr id="184" name="Shape 154"/>
          <p:cNvSpPr/>
          <p:nvPr/>
        </p:nvSpPr>
        <p:spPr>
          <a:xfrm>
            <a:off x="4078224" y="6208776"/>
            <a:ext cx="292608" cy="292608"/>
          </a:xfrm>
          <a:prstGeom prst="ellipse">
            <a:avLst/>
          </a:prstGeom>
          <a:solidFill>
            <a:srgbClr val="33A87A"/>
          </a:solidFill>
          <a:ln/>
        </p:spPr>
      </p:sp>
      <p:pic>
        <p:nvPicPr>
          <p:cNvPr id="185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128516" y="6259068"/>
            <a:ext cx="192024" cy="192024"/>
          </a:xfrm>
          <a:prstGeom prst="rect">
            <a:avLst/>
          </a:prstGeom>
        </p:spPr>
      </p:pic>
      <p:sp>
        <p:nvSpPr>
          <p:cNvPr id="186" name="Text 155"/>
          <p:cNvSpPr/>
          <p:nvPr/>
        </p:nvSpPr>
        <p:spPr>
          <a:xfrm>
            <a:off x="4443984" y="6208776"/>
            <a:ext cx="8721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Doc</a:t>
            </a:r>
            <a:endParaRPr lang="en-US" sz="950" dirty="0"/>
          </a:p>
        </p:txBody>
      </p:sp>
      <p:sp>
        <p:nvSpPr>
          <p:cNvPr id="187" name="Shape 156"/>
          <p:cNvSpPr/>
          <p:nvPr/>
        </p:nvSpPr>
        <p:spPr>
          <a:xfrm>
            <a:off x="5407609" y="6208776"/>
            <a:ext cx="292608" cy="292608"/>
          </a:xfrm>
          <a:prstGeom prst="ellipse">
            <a:avLst/>
          </a:prstGeom>
          <a:solidFill>
            <a:srgbClr val="00754A"/>
          </a:solidFill>
          <a:ln/>
        </p:spPr>
      </p:sp>
      <p:pic>
        <p:nvPicPr>
          <p:cNvPr id="188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457901" y="6259068"/>
            <a:ext cx="192024" cy="192024"/>
          </a:xfrm>
          <a:prstGeom prst="rect">
            <a:avLst/>
          </a:prstGeom>
        </p:spPr>
      </p:pic>
      <p:sp>
        <p:nvSpPr>
          <p:cNvPr id="189" name="Text 157"/>
          <p:cNvSpPr/>
          <p:nvPr/>
        </p:nvSpPr>
        <p:spPr>
          <a:xfrm>
            <a:off x="5773369" y="6208776"/>
            <a:ext cx="8721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to RDA</a:t>
            </a:r>
            <a:endParaRPr lang="en-US" sz="950" dirty="0"/>
          </a:p>
        </p:txBody>
      </p:sp>
      <p:sp>
        <p:nvSpPr>
          <p:cNvPr id="190" name="Shape 158"/>
          <p:cNvSpPr/>
          <p:nvPr/>
        </p:nvSpPr>
        <p:spPr>
          <a:xfrm>
            <a:off x="6736994" y="6208776"/>
            <a:ext cx="292608" cy="292608"/>
          </a:xfrm>
          <a:prstGeom prst="ellipse">
            <a:avLst/>
          </a:prstGeom>
          <a:solidFill>
            <a:srgbClr val="7FB8A6"/>
          </a:solidFill>
          <a:ln/>
        </p:spPr>
      </p:sp>
      <p:pic>
        <p:nvPicPr>
          <p:cNvPr id="191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787286" y="6259068"/>
            <a:ext cx="192024" cy="192024"/>
          </a:xfrm>
          <a:prstGeom prst="rect">
            <a:avLst/>
          </a:prstGeom>
        </p:spPr>
      </p:pic>
      <p:sp>
        <p:nvSpPr>
          <p:cNvPr id="192" name="Text 159"/>
          <p:cNvSpPr/>
          <p:nvPr/>
        </p:nvSpPr>
        <p:spPr>
          <a:xfrm>
            <a:off x="7102754" y="6208776"/>
            <a:ext cx="8721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Python</a:t>
            </a:r>
            <a:endParaRPr lang="en-US" sz="950" dirty="0"/>
          </a:p>
        </p:txBody>
      </p:sp>
      <p:sp>
        <p:nvSpPr>
          <p:cNvPr id="193" name="Shape 160"/>
          <p:cNvSpPr/>
          <p:nvPr/>
        </p:nvSpPr>
        <p:spPr>
          <a:xfrm>
            <a:off x="8066380" y="6208776"/>
            <a:ext cx="292608" cy="292608"/>
          </a:xfrm>
          <a:prstGeom prst="ellipse">
            <a:avLst/>
          </a:prstGeom>
          <a:solidFill>
            <a:srgbClr val="5E9C8A"/>
          </a:solidFill>
          <a:ln/>
        </p:spPr>
      </p:sp>
      <p:pic>
        <p:nvPicPr>
          <p:cNvPr id="194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116672" y="6259068"/>
            <a:ext cx="192024" cy="192024"/>
          </a:xfrm>
          <a:prstGeom prst="rect">
            <a:avLst/>
          </a:prstGeom>
        </p:spPr>
      </p:pic>
      <p:sp>
        <p:nvSpPr>
          <p:cNvPr id="195" name="Text 161"/>
          <p:cNvSpPr/>
          <p:nvPr/>
        </p:nvSpPr>
        <p:spPr>
          <a:xfrm>
            <a:off x="8432140" y="6208776"/>
            <a:ext cx="8721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</a:t>
            </a:r>
            <a:endParaRPr lang="en-US" sz="950" dirty="0"/>
          </a:p>
        </p:txBody>
      </p:sp>
      <p:sp>
        <p:nvSpPr>
          <p:cNvPr id="196" name="Shape 162"/>
          <p:cNvSpPr/>
          <p:nvPr/>
        </p:nvSpPr>
        <p:spPr>
          <a:xfrm>
            <a:off x="9395765" y="6208776"/>
            <a:ext cx="292608" cy="292608"/>
          </a:xfrm>
          <a:prstGeom prst="ellipse">
            <a:avLst/>
          </a:prstGeom>
          <a:solidFill>
            <a:srgbClr val="A9CFC0"/>
          </a:solidFill>
          <a:ln/>
        </p:spPr>
      </p:sp>
      <p:pic>
        <p:nvPicPr>
          <p:cNvPr id="197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446057" y="6259068"/>
            <a:ext cx="192024" cy="192024"/>
          </a:xfrm>
          <a:prstGeom prst="rect">
            <a:avLst/>
          </a:prstGeom>
        </p:spPr>
      </p:pic>
      <p:sp>
        <p:nvSpPr>
          <p:cNvPr id="198" name="Text 163"/>
          <p:cNvSpPr/>
          <p:nvPr/>
        </p:nvSpPr>
        <p:spPr>
          <a:xfrm>
            <a:off x="9761525" y="6208776"/>
            <a:ext cx="8721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</a:t>
            </a:r>
            <a:endParaRPr lang="en-US" sz="950" dirty="0"/>
          </a:p>
        </p:txBody>
      </p:sp>
      <p:sp>
        <p:nvSpPr>
          <p:cNvPr id="199" name="Shape 164"/>
          <p:cNvSpPr/>
          <p:nvPr/>
        </p:nvSpPr>
        <p:spPr>
          <a:xfrm>
            <a:off x="10725150" y="6208776"/>
            <a:ext cx="292608" cy="292608"/>
          </a:xfrm>
          <a:prstGeom prst="ellipse">
            <a:avLst/>
          </a:prstGeom>
          <a:solidFill>
            <a:srgbClr val="00A758"/>
          </a:solidFill>
          <a:ln/>
        </p:spPr>
      </p:sp>
      <p:pic>
        <p:nvPicPr>
          <p:cNvPr id="200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0775442" y="6259068"/>
            <a:ext cx="192024" cy="192024"/>
          </a:xfrm>
          <a:prstGeom prst="rect">
            <a:avLst/>
          </a:prstGeom>
        </p:spPr>
      </p:pic>
      <p:sp>
        <p:nvSpPr>
          <p:cNvPr id="201" name="Text 165"/>
          <p:cNvSpPr/>
          <p:nvPr/>
        </p:nvSpPr>
        <p:spPr>
          <a:xfrm>
            <a:off x="11090910" y="6208776"/>
            <a:ext cx="87218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950" dirty="0"/>
          </a:p>
        </p:txBody>
      </p:sp>
      <p:sp>
        <p:nvSpPr>
          <p:cNvPr id="202" name="Shape 16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3" name="Text 167"/>
          <p:cNvSpPr/>
          <p:nvPr/>
        </p:nvSpPr>
        <p:spPr>
          <a:xfrm>
            <a:off x="27432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75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Manulife</a:t>
            </a:r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Hancock</a:t>
            </a:r>
            <a:endParaRPr lang="en-US" sz="1100" dirty="0"/>
          </a:p>
        </p:txBody>
      </p:sp>
      <p:sp>
        <p:nvSpPr>
          <p:cNvPr id="204" name="Text 168"/>
          <p:cNvSpPr/>
          <p:nvPr/>
        </p:nvSpPr>
        <p:spPr>
          <a:xfrm>
            <a:off x="6400800" y="65836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 ·  Detailed roadmap available in the appendix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1018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8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8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8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8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0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0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60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0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0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0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1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0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1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0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1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0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0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1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0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7" dur="1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0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2" dur="1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100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7" dur="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0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0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0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0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7" dur="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0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2" dur="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0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7" dur="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0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2" dur="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0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7" dur="2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2" dur="2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0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7" dur="2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0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2" dur="2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0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7" dur="2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0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2" dur="2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0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7" dur="2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0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2" dur="2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2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8" fill="hold">
                      <p:stCondLst>
                        <p:cond delay="0"/>
                      </p:stCondLst>
                      <p:childTnLst>
                        <p:par>
                          <p:cTn id="269" fill="hold">
                            <p:stCondLst>
                              <p:cond delay="0"/>
                            </p:stCondLst>
                            <p:childTnLst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2" dur="2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3" fill="hold">
                      <p:stCondLst>
                        <p:cond delay="0"/>
                      </p:stCondLst>
                      <p:childTnLst>
                        <p:par>
                          <p:cTn id="274" fill="hold">
                            <p:stCondLst>
                              <p:cond delay="0"/>
                            </p:stCondLst>
                            <p:childTnLst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7" dur="2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8" fill="hold">
                      <p:stCondLst>
                        <p:cond delay="0"/>
                      </p:stCondLst>
                      <p:childTnLst>
                        <p:par>
                          <p:cTn id="279" fill="hold">
                            <p:stCondLst>
                              <p:cond delay="0"/>
                            </p:stCondLst>
                            <p:childTnLst>
                              <p:par>
                                <p:cTn id="2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2" dur="2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0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7" dur="2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0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2" dur="2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3" fill="hold">
                      <p:stCondLst>
                        <p:cond delay="0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7" dur="2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8" fill="hold">
                      <p:stCondLst>
                        <p:cond delay="0"/>
                      </p:stCondLst>
                      <p:childTnLst>
                        <p:par>
                          <p:cTn id="299" fill="hold">
                            <p:stCondLst>
                              <p:cond delay="0"/>
                            </p:stCondLst>
                            <p:childTnLst>
                              <p:par>
                                <p:cTn id="3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2" dur="2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0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7" dur="2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8" fill="hold">
                      <p:stCondLst>
                        <p:cond delay="0"/>
                      </p:stCondLst>
                      <p:childTnLst>
                        <p:par>
                          <p:cTn id="309" fill="hold">
                            <p:stCondLst>
                              <p:cond delay="0"/>
                            </p:stCondLst>
                            <p:childTnLst>
                              <p:par>
                                <p:cTn id="3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2" dur="2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0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7" dur="2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8" fill="hold">
                      <p:stCondLst>
                        <p:cond delay="0"/>
                      </p:stCondLst>
                      <p:childTnLst>
                        <p:par>
                          <p:cTn id="319" fill="hold">
                            <p:stCondLst>
                              <p:cond delay="0"/>
                            </p:stCondLst>
                            <p:childTnLst>
                              <p:par>
                                <p:cTn id="3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2" dur="2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0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7" dur="2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2" dur="2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0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7" dur="2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8" fill="hold">
                      <p:stCondLst>
                        <p:cond delay="0"/>
                      </p:stCondLst>
                      <p:childTnLst>
                        <p:par>
                          <p:cTn id="339" fill="hold">
                            <p:stCondLst>
                              <p:cond delay="0"/>
                            </p:stCondLst>
                            <p:childTnLst>
                              <p:par>
                                <p:cTn id="3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2" dur="2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0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7" dur="2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8" fill="hold">
                      <p:stCondLst>
                        <p:cond delay="0"/>
                      </p:stCondLst>
                      <p:childTnLst>
                        <p:par>
                          <p:cTn id="349" fill="hold">
                            <p:stCondLst>
                              <p:cond delay="0"/>
                            </p:stCondLst>
                            <p:childTnLst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2" dur="2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3" fill="hold">
                      <p:stCondLst>
                        <p:cond delay="0"/>
                      </p:stCondLst>
                      <p:childTnLst>
                        <p:par>
                          <p:cTn id="354" fill="hold">
                            <p:stCondLst>
                              <p:cond delay="0"/>
                            </p:stCondLst>
                            <p:childTnLst>
                              <p:par>
                                <p:cTn id="3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7" dur="2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8" fill="hold">
                      <p:stCondLst>
                        <p:cond delay="0"/>
                      </p:stCondLst>
                      <p:childTnLst>
                        <p:par>
                          <p:cTn id="359" fill="hold">
                            <p:stCondLst>
                              <p:cond delay="0"/>
                            </p:stCondLst>
                            <p:childTnLst>
                              <p:par>
                                <p:cTn id="3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2" dur="2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0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7" dur="2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8" fill="hold">
                      <p:stCondLst>
                        <p:cond delay="0"/>
                      </p:stCondLst>
                      <p:childTnLst>
                        <p:par>
                          <p:cTn id="369" fill="hold">
                            <p:stCondLst>
                              <p:cond delay="0"/>
                            </p:stCondLst>
                            <p:childTnLst>
                              <p:par>
                                <p:cTn id="3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2" dur="2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0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7" dur="2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8" fill="hold">
                      <p:stCondLst>
                        <p:cond delay="0"/>
                      </p:stCondLst>
                      <p:childTnLst>
                        <p:par>
                          <p:cTn id="379" fill="hold">
                            <p:stCondLst>
                              <p:cond delay="0"/>
                            </p:stCondLst>
                            <p:childTnLst>
                              <p:par>
                                <p:cTn id="3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2" dur="2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3" fill="hold">
                      <p:stCondLst>
                        <p:cond delay="0"/>
                      </p:stCondLst>
                      <p:childTnLst>
                        <p:par>
                          <p:cTn id="384" fill="hold">
                            <p:stCondLst>
                              <p:cond delay="0"/>
                            </p:stCondLst>
                            <p:childTnLst>
                              <p:par>
                                <p:cTn id="3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7" dur="2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8" fill="hold">
                      <p:stCondLst>
                        <p:cond delay="0"/>
                      </p:stCondLst>
                      <p:childTnLst>
                        <p:par>
                          <p:cTn id="389" fill="hold">
                            <p:stCondLst>
                              <p:cond delay="0"/>
                            </p:stCondLst>
                            <p:childTnLst>
                              <p:par>
                                <p:cTn id="3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2" dur="2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7" dur="2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8" fill="hold">
                      <p:stCondLst>
                        <p:cond delay="0"/>
                      </p:stCondLst>
                      <p:childTnLst>
                        <p:par>
                          <p:cTn id="399" fill="hold">
                            <p:stCondLst>
                              <p:cond delay="0"/>
                            </p:stCondLst>
                            <p:childTnLst>
                              <p:par>
                                <p:cTn id="4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2" dur="2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3" fill="hold">
                      <p:stCondLst>
                        <p:cond delay="0"/>
                      </p:stCondLst>
                      <p:childTnLst>
                        <p:par>
                          <p:cTn id="404" fill="hold">
                            <p:stCondLst>
                              <p:cond delay="0"/>
                            </p:stCondLst>
                            <p:childTnLst>
                              <p:par>
                                <p:cTn id="4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7" dur="2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8" fill="hold">
                      <p:stCondLst>
                        <p:cond delay="0"/>
                      </p:stCondLst>
                      <p:childTnLst>
                        <p:par>
                          <p:cTn id="409" fill="hold">
                            <p:stCondLst>
                              <p:cond delay="0"/>
                            </p:stCondLst>
                            <p:childTnLst>
                              <p:par>
                                <p:cTn id="4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2" dur="2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3" fill="hold">
                      <p:stCondLst>
                        <p:cond delay="0"/>
                      </p:stCondLst>
                      <p:childTnLst>
                        <p:par>
                          <p:cTn id="414" fill="hold">
                            <p:stCondLst>
                              <p:cond delay="0"/>
                            </p:stCondLst>
                            <p:childTnLst>
                              <p:par>
                                <p:cTn id="4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7" dur="2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8" fill="hold">
                      <p:stCondLst>
                        <p:cond delay="0"/>
                      </p:stCondLst>
                      <p:childTnLst>
                        <p:par>
                          <p:cTn id="419" fill="hold">
                            <p:stCondLst>
                              <p:cond delay="0"/>
                            </p:stCondLst>
                            <p:childTnLst>
                              <p:par>
                                <p:cTn id="4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2" dur="2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0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7" dur="2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8" fill="hold">
                      <p:stCondLst>
                        <p:cond delay="0"/>
                      </p:stCondLst>
                      <p:childTnLst>
                        <p:par>
                          <p:cTn id="429" fill="hold">
                            <p:stCondLst>
                              <p:cond delay="0"/>
                            </p:stCondLst>
                            <p:childTnLst>
                              <p:par>
                                <p:cTn id="4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2" dur="2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3" fill="hold">
                      <p:stCondLst>
                        <p:cond delay="150"/>
                      </p:stCondLst>
                      <p:childTnLst>
                        <p:par>
                          <p:cTn id="434" fill="hold">
                            <p:stCondLst>
                              <p:cond delay="0"/>
                            </p:stCondLst>
                            <p:childTnLst>
                              <p:par>
                                <p:cTn id="4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7" dur="2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8" fill="hold">
                      <p:stCondLst>
                        <p:cond delay="0"/>
                      </p:stCondLst>
                      <p:childTnLst>
                        <p:par>
                          <p:cTn id="439" fill="hold">
                            <p:stCondLst>
                              <p:cond delay="0"/>
                            </p:stCondLst>
                            <p:childTnLst>
                              <p:par>
                                <p:cTn id="4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2" dur="2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0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7" dur="2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8" fill="hold">
                      <p:stCondLst>
                        <p:cond delay="0"/>
                      </p:stCondLst>
                      <p:childTnLst>
                        <p:par>
                          <p:cTn id="449" fill="hold">
                            <p:stCondLst>
                              <p:cond delay="0"/>
                            </p:stCondLst>
                            <p:childTnLst>
                              <p:par>
                                <p:cTn id="4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2" dur="2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3" fill="hold">
                      <p:stCondLst>
                        <p:cond delay="0"/>
                      </p:stCondLst>
                      <p:childTnLst>
                        <p:par>
                          <p:cTn id="454" fill="hold">
                            <p:stCondLst>
                              <p:cond delay="0"/>
                            </p:stCondLst>
                            <p:childTnLst>
                              <p:par>
                                <p:cTn id="4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7" dur="2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8" fill="hold">
                      <p:stCondLst>
                        <p:cond delay="0"/>
                      </p:stCondLst>
                      <p:childTnLst>
                        <p:par>
                          <p:cTn id="459" fill="hold">
                            <p:stCondLst>
                              <p:cond delay="0"/>
                            </p:stCondLst>
                            <p:childTnLst>
                              <p:par>
                                <p:cTn id="4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2" dur="2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3" fill="hold">
                      <p:stCondLst>
                        <p:cond delay="0"/>
                      </p:stCondLst>
                      <p:childTnLst>
                        <p:par>
                          <p:cTn id="464" fill="hold">
                            <p:stCondLst>
                              <p:cond delay="0"/>
                            </p:stCondLst>
                            <p:childTnLst>
                              <p:par>
                                <p:cTn id="4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7" dur="2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8" fill="hold">
                      <p:stCondLst>
                        <p:cond delay="0"/>
                      </p:stCondLst>
                      <p:childTnLst>
                        <p:par>
                          <p:cTn id="469" fill="hold">
                            <p:stCondLst>
                              <p:cond delay="0"/>
                            </p:stCondLst>
                            <p:childTnLst>
                              <p:par>
                                <p:cTn id="4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2" dur="2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0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7" dur="2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8" fill="hold">
                      <p:stCondLst>
                        <p:cond delay="0"/>
                      </p:stCondLst>
                      <p:childTnLst>
                        <p:par>
                          <p:cTn id="479" fill="hold">
                            <p:stCondLst>
                              <p:cond delay="0"/>
                            </p:stCondLst>
                            <p:childTnLst>
                              <p:par>
                                <p:cTn id="4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2" dur="2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3" fill="hold">
                      <p:stCondLst>
                        <p:cond delay="0"/>
                      </p:stCondLst>
                      <p:childTnLst>
                        <p:par>
                          <p:cTn id="484" fill="hold">
                            <p:stCondLst>
                              <p:cond delay="0"/>
                            </p:stCondLst>
                            <p:childTnLst>
                              <p:par>
                                <p:cTn id="4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7" dur="2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8" fill="hold">
                      <p:stCondLst>
                        <p:cond delay="0"/>
                      </p:stCondLst>
                      <p:childTnLst>
                        <p:par>
                          <p:cTn id="489" fill="hold">
                            <p:stCondLst>
                              <p:cond delay="0"/>
                            </p:stCondLst>
                            <p:childTnLst>
                              <p:par>
                                <p:cTn id="4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2" dur="2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3" fill="hold">
                      <p:stCondLst>
                        <p:cond delay="0"/>
                      </p:stCondLst>
                      <p:childTnLst>
                        <p:par>
                          <p:cTn id="494" fill="hold">
                            <p:stCondLst>
                              <p:cond delay="0"/>
                            </p:stCondLst>
                            <p:childTnLst>
                              <p:par>
                                <p:cTn id="4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7" dur="2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8" fill="hold">
                      <p:stCondLst>
                        <p:cond delay="0"/>
                      </p:stCondLst>
                      <p:childTnLst>
                        <p:par>
                          <p:cTn id="499" fill="hold">
                            <p:stCondLst>
                              <p:cond delay="0"/>
                            </p:stCondLst>
                            <p:childTnLst>
                              <p:par>
                                <p:cTn id="5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2" dur="2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3" fill="hold">
                      <p:stCondLst>
                        <p:cond delay="0"/>
                      </p:stCondLst>
                      <p:childTnLst>
                        <p:par>
                          <p:cTn id="504" fill="hold">
                            <p:stCondLst>
                              <p:cond delay="0"/>
                            </p:stCondLst>
                            <p:childTnLst>
                              <p:par>
                                <p:cTn id="5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7" dur="2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8" fill="hold">
                      <p:stCondLst>
                        <p:cond delay="0"/>
                      </p:stCondLst>
                      <p:childTnLst>
                        <p:par>
                          <p:cTn id="509" fill="hold">
                            <p:stCondLst>
                              <p:cond delay="0"/>
                            </p:stCondLst>
                            <p:childTnLst>
                              <p:par>
                                <p:cTn id="5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2" dur="2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0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7" dur="2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8" fill="hold">
                      <p:stCondLst>
                        <p:cond delay="0"/>
                      </p:stCondLst>
                      <p:childTnLst>
                        <p:par>
                          <p:cTn id="519" fill="hold">
                            <p:stCondLst>
                              <p:cond delay="0"/>
                            </p:stCondLst>
                            <p:childTnLst>
                              <p:par>
                                <p:cTn id="5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2" dur="2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3" fill="hold">
                      <p:stCondLst>
                        <p:cond delay="0"/>
                      </p:stCondLst>
                      <p:childTnLst>
                        <p:par>
                          <p:cTn id="524" fill="hold">
                            <p:stCondLst>
                              <p:cond delay="0"/>
                            </p:stCondLst>
                            <p:childTnLst>
                              <p:par>
                                <p:cTn id="5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7" dur="2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8" fill="hold">
                      <p:stCondLst>
                        <p:cond delay="0"/>
                      </p:stCondLst>
                      <p:childTnLst>
                        <p:par>
                          <p:cTn id="529" fill="hold">
                            <p:stCondLst>
                              <p:cond delay="0"/>
                            </p:stCondLst>
                            <p:childTnLst>
                              <p:par>
                                <p:cTn id="5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2" dur="2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3" fill="hold">
                      <p:stCondLst>
                        <p:cond delay="0"/>
                      </p:stCondLst>
                      <p:childTnLst>
                        <p:par>
                          <p:cTn id="534" fill="hold">
                            <p:stCondLst>
                              <p:cond delay="0"/>
                            </p:stCondLst>
                            <p:childTnLst>
                              <p:par>
                                <p:cTn id="5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7" dur="2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8" fill="hold">
                      <p:stCondLst>
                        <p:cond delay="0"/>
                      </p:stCondLst>
                      <p:childTnLst>
                        <p:par>
                          <p:cTn id="539" fill="hold">
                            <p:stCondLst>
                              <p:cond delay="0"/>
                            </p:stCondLst>
                            <p:childTnLst>
                              <p:par>
                                <p:cTn id="5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2" dur="2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3" fill="hold">
                      <p:stCondLst>
                        <p:cond delay="0"/>
                      </p:stCondLst>
                      <p:childTnLst>
                        <p:par>
                          <p:cTn id="544" fill="hold">
                            <p:stCondLst>
                              <p:cond delay="0"/>
                            </p:stCondLst>
                            <p:childTnLst>
                              <p:par>
                                <p:cTn id="5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7" dur="2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8" fill="hold">
                      <p:stCondLst>
                        <p:cond delay="0"/>
                      </p:stCondLst>
                      <p:childTnLst>
                        <p:par>
                          <p:cTn id="549" fill="hold">
                            <p:stCondLst>
                              <p:cond delay="0"/>
                            </p:stCondLst>
                            <p:childTnLst>
                              <p:par>
                                <p:cTn id="5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2" dur="2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3" fill="hold">
                      <p:stCondLst>
                        <p:cond delay="0"/>
                      </p:stCondLst>
                      <p:childTnLst>
                        <p:par>
                          <p:cTn id="554" fill="hold">
                            <p:stCondLst>
                              <p:cond delay="0"/>
                            </p:stCondLst>
                            <p:childTnLst>
                              <p:par>
                                <p:cTn id="5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7" dur="2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8" fill="hold">
                      <p:stCondLst>
                        <p:cond delay="0"/>
                      </p:stCondLst>
                      <p:childTnLst>
                        <p:par>
                          <p:cTn id="559" fill="hold">
                            <p:stCondLst>
                              <p:cond delay="0"/>
                            </p:stCondLst>
                            <p:childTnLst>
                              <p:par>
                                <p:cTn id="5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2" dur="2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3" fill="hold">
                      <p:stCondLst>
                        <p:cond delay="0"/>
                      </p:stCondLst>
                      <p:childTnLst>
                        <p:par>
                          <p:cTn id="564" fill="hold">
                            <p:stCondLst>
                              <p:cond delay="0"/>
                            </p:stCondLst>
                            <p:childTnLst>
                              <p:par>
                                <p:cTn id="5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7" dur="2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8" fill="hold">
                      <p:stCondLst>
                        <p:cond delay="0"/>
                      </p:stCondLst>
                      <p:childTnLst>
                        <p:par>
                          <p:cTn id="569" fill="hold">
                            <p:stCondLst>
                              <p:cond delay="0"/>
                            </p:stCondLst>
                            <p:childTnLst>
                              <p:par>
                                <p:cTn id="5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2" dur="2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3" fill="hold">
                      <p:stCondLst>
                        <p:cond delay="0"/>
                      </p:stCondLst>
                      <p:childTnLst>
                        <p:par>
                          <p:cTn id="574" fill="hold">
                            <p:stCondLst>
                              <p:cond delay="0"/>
                            </p:stCondLst>
                            <p:childTnLst>
                              <p:par>
                                <p:cTn id="5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7" dur="2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8" fill="hold">
                      <p:stCondLst>
                        <p:cond delay="0"/>
                      </p:stCondLst>
                      <p:childTnLst>
                        <p:par>
                          <p:cTn id="579" fill="hold">
                            <p:stCondLst>
                              <p:cond delay="0"/>
                            </p:stCondLst>
                            <p:childTnLst>
                              <p:par>
                                <p:cTn id="5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2" dur="2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3" fill="hold">
                      <p:stCondLst>
                        <p:cond delay="0"/>
                      </p:stCondLst>
                      <p:childTnLst>
                        <p:par>
                          <p:cTn id="584" fill="hold">
                            <p:stCondLst>
                              <p:cond delay="0"/>
                            </p:stCondLst>
                            <p:childTnLst>
                              <p:par>
                                <p:cTn id="5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7" dur="2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8" fill="hold">
                      <p:stCondLst>
                        <p:cond delay="0"/>
                      </p:stCondLst>
                      <p:childTnLst>
                        <p:par>
                          <p:cTn id="589" fill="hold">
                            <p:stCondLst>
                              <p:cond delay="0"/>
                            </p:stCondLst>
                            <p:childTnLst>
                              <p:par>
                                <p:cTn id="5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2" dur="2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3" fill="hold">
                      <p:stCondLst>
                        <p:cond delay="0"/>
                      </p:stCondLst>
                      <p:childTnLst>
                        <p:par>
                          <p:cTn id="594" fill="hold">
                            <p:stCondLst>
                              <p:cond delay="0"/>
                            </p:stCondLst>
                            <p:childTnLst>
                              <p:par>
                                <p:cTn id="5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7" dur="2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8" fill="hold">
                      <p:stCondLst>
                        <p:cond delay="0"/>
                      </p:stCondLst>
                      <p:childTnLst>
                        <p:par>
                          <p:cTn id="599" fill="hold">
                            <p:stCondLst>
                              <p:cond delay="0"/>
                            </p:stCondLst>
                            <p:childTnLst>
                              <p:par>
                                <p:cTn id="6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2" dur="2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3" fill="hold">
                      <p:stCondLst>
                        <p:cond delay="0"/>
                      </p:stCondLst>
                      <p:childTnLst>
                        <p:par>
                          <p:cTn id="604" fill="hold">
                            <p:stCondLst>
                              <p:cond delay="0"/>
                            </p:stCondLst>
                            <p:childTnLst>
                              <p:par>
                                <p:cTn id="6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7" dur="2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8" fill="hold">
                      <p:stCondLst>
                        <p:cond delay="0"/>
                      </p:stCondLst>
                      <p:childTnLst>
                        <p:par>
                          <p:cTn id="609" fill="hold">
                            <p:stCondLst>
                              <p:cond delay="0"/>
                            </p:stCondLst>
                            <p:childTnLst>
                              <p:par>
                                <p:cTn id="6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2" dur="2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3" fill="hold">
                      <p:stCondLst>
                        <p:cond delay="0"/>
                      </p:stCondLst>
                      <p:childTnLst>
                        <p:par>
                          <p:cTn id="614" fill="hold">
                            <p:stCondLst>
                              <p:cond delay="0"/>
                            </p:stCondLst>
                            <p:childTnLst>
                              <p:par>
                                <p:cTn id="6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7" dur="2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8" fill="hold">
                      <p:stCondLst>
                        <p:cond delay="0"/>
                      </p:stCondLst>
                      <p:childTnLst>
                        <p:par>
                          <p:cTn id="619" fill="hold">
                            <p:stCondLst>
                              <p:cond delay="0"/>
                            </p:stCondLst>
                            <p:childTnLst>
                              <p:par>
                                <p:cTn id="6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2" dur="2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3" fill="hold">
                      <p:stCondLst>
                        <p:cond delay="0"/>
                      </p:stCondLst>
                      <p:childTnLst>
                        <p:par>
                          <p:cTn id="624" fill="hold">
                            <p:stCondLst>
                              <p:cond delay="0"/>
                            </p:stCondLst>
                            <p:childTnLst>
                              <p:par>
                                <p:cTn id="6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7" dur="2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8" fill="hold">
                      <p:stCondLst>
                        <p:cond delay="0"/>
                      </p:stCondLst>
                      <p:childTnLst>
                        <p:par>
                          <p:cTn id="629" fill="hold">
                            <p:stCondLst>
                              <p:cond delay="0"/>
                            </p:stCondLst>
                            <p:childTnLst>
                              <p:par>
                                <p:cTn id="6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2" dur="2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3" fill="hold">
                      <p:stCondLst>
                        <p:cond delay="0"/>
                      </p:stCondLst>
                      <p:childTnLst>
                        <p:par>
                          <p:cTn id="634" fill="hold">
                            <p:stCondLst>
                              <p:cond delay="0"/>
                            </p:stCondLst>
                            <p:childTnLst>
                              <p:par>
                                <p:cTn id="6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7" dur="2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8" fill="hold">
                      <p:stCondLst>
                        <p:cond delay="0"/>
                      </p:stCondLst>
                      <p:childTnLst>
                        <p:par>
                          <p:cTn id="639" fill="hold">
                            <p:stCondLst>
                              <p:cond delay="0"/>
                            </p:stCondLst>
                            <p:childTnLst>
                              <p:par>
                                <p:cTn id="6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2" dur="2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3" fill="hold">
                      <p:stCondLst>
                        <p:cond delay="0"/>
                      </p:stCondLst>
                      <p:childTnLst>
                        <p:par>
                          <p:cTn id="644" fill="hold">
                            <p:stCondLst>
                              <p:cond delay="0"/>
                            </p:stCondLst>
                            <p:childTnLst>
                              <p:par>
                                <p:cTn id="6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7" dur="2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8" fill="hold">
                      <p:stCondLst>
                        <p:cond delay="0"/>
                      </p:stCondLst>
                      <p:childTnLst>
                        <p:par>
                          <p:cTn id="649" fill="hold">
                            <p:stCondLst>
                              <p:cond delay="0"/>
                            </p:stCondLst>
                            <p:childTnLst>
                              <p:par>
                                <p:cTn id="6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2" dur="2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3" fill="hold">
                      <p:stCondLst>
                        <p:cond delay="0"/>
                      </p:stCondLst>
                      <p:childTnLst>
                        <p:par>
                          <p:cTn id="654" fill="hold">
                            <p:stCondLst>
                              <p:cond delay="0"/>
                            </p:stCondLst>
                            <p:childTnLst>
                              <p:par>
                                <p:cTn id="6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7" dur="2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8" fill="hold">
                      <p:stCondLst>
                        <p:cond delay="0"/>
                      </p:stCondLst>
                      <p:childTnLst>
                        <p:par>
                          <p:cTn id="659" fill="hold">
                            <p:stCondLst>
                              <p:cond delay="0"/>
                            </p:stCondLst>
                            <p:childTnLst>
                              <p:par>
                                <p:cTn id="6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2" dur="2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3" fill="hold">
                      <p:stCondLst>
                        <p:cond delay="0"/>
                      </p:stCondLst>
                      <p:childTnLst>
                        <p:par>
                          <p:cTn id="664" fill="hold">
                            <p:stCondLst>
                              <p:cond delay="0"/>
                            </p:stCondLst>
                            <p:childTnLst>
                              <p:par>
                                <p:cTn id="6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7" dur="2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8" fill="hold">
                      <p:stCondLst>
                        <p:cond delay="0"/>
                      </p:stCondLst>
                      <p:childTnLst>
                        <p:par>
                          <p:cTn id="669" fill="hold">
                            <p:stCondLst>
                              <p:cond delay="0"/>
                            </p:stCondLst>
                            <p:childTnLst>
                              <p:par>
                                <p:cTn id="6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2" dur="2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3" fill="hold">
                      <p:stCondLst>
                        <p:cond delay="150"/>
                      </p:stCondLst>
                      <p:childTnLst>
                        <p:par>
                          <p:cTn id="674" fill="hold">
                            <p:stCondLst>
                              <p:cond delay="0"/>
                            </p:stCondLst>
                            <p:childTnLst>
                              <p:par>
                                <p:cTn id="6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7" dur="2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8" fill="hold">
                      <p:stCondLst>
                        <p:cond delay="0"/>
                      </p:stCondLst>
                      <p:childTnLst>
                        <p:par>
                          <p:cTn id="679" fill="hold">
                            <p:stCondLst>
                              <p:cond delay="0"/>
                            </p:stCondLst>
                            <p:childTnLst>
                              <p:par>
                                <p:cTn id="6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2" dur="2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3" fill="hold">
                      <p:stCondLst>
                        <p:cond delay="0"/>
                      </p:stCondLst>
                      <p:childTnLst>
                        <p:par>
                          <p:cTn id="684" fill="hold">
                            <p:stCondLst>
                              <p:cond delay="0"/>
                            </p:stCondLst>
                            <p:childTnLst>
                              <p:par>
                                <p:cTn id="6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7" dur="2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8" fill="hold">
                      <p:stCondLst>
                        <p:cond delay="0"/>
                      </p:stCondLst>
                      <p:childTnLst>
                        <p:par>
                          <p:cTn id="689" fill="hold">
                            <p:stCondLst>
                              <p:cond delay="0"/>
                            </p:stCondLst>
                            <p:childTnLst>
                              <p:par>
                                <p:cTn id="6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2" dur="2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3" fill="hold">
                      <p:stCondLst>
                        <p:cond delay="0"/>
                      </p:stCondLst>
                      <p:childTnLst>
                        <p:par>
                          <p:cTn id="694" fill="hold">
                            <p:stCondLst>
                              <p:cond delay="0"/>
                            </p:stCondLst>
                            <p:childTnLst>
                              <p:par>
                                <p:cTn id="6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7" dur="2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8" fill="hold">
                      <p:stCondLst>
                        <p:cond delay="0"/>
                      </p:stCondLst>
                      <p:childTnLst>
                        <p:par>
                          <p:cTn id="699" fill="hold">
                            <p:stCondLst>
                              <p:cond delay="0"/>
                            </p:stCondLst>
                            <p:childTnLst>
                              <p:par>
                                <p:cTn id="7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2" dur="2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3" fill="hold">
                      <p:stCondLst>
                        <p:cond delay="0"/>
                      </p:stCondLst>
                      <p:childTnLst>
                        <p:par>
                          <p:cTn id="704" fill="hold">
                            <p:stCondLst>
                              <p:cond delay="0"/>
                            </p:stCondLst>
                            <p:childTnLst>
                              <p:par>
                                <p:cTn id="7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7" dur="2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8" fill="hold">
                      <p:stCondLst>
                        <p:cond delay="0"/>
                      </p:stCondLst>
                      <p:childTnLst>
                        <p:par>
                          <p:cTn id="709" fill="hold">
                            <p:stCondLst>
                              <p:cond delay="0"/>
                            </p:stCondLst>
                            <p:childTnLst>
                              <p:par>
                                <p:cTn id="7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2" dur="2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3" fill="hold">
                      <p:stCondLst>
                        <p:cond delay="0"/>
                      </p:stCondLst>
                      <p:childTnLst>
                        <p:par>
                          <p:cTn id="714" fill="hold">
                            <p:stCondLst>
                              <p:cond delay="0"/>
                            </p:stCondLst>
                            <p:childTnLst>
                              <p:par>
                                <p:cTn id="7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7" dur="2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8" fill="hold">
                      <p:stCondLst>
                        <p:cond delay="0"/>
                      </p:stCondLst>
                      <p:childTnLst>
                        <p:par>
                          <p:cTn id="719" fill="hold">
                            <p:stCondLst>
                              <p:cond delay="0"/>
                            </p:stCondLst>
                            <p:childTnLst>
                              <p:par>
                                <p:cTn id="7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2" dur="2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3" fill="hold">
                      <p:stCondLst>
                        <p:cond delay="0"/>
                      </p:stCondLst>
                      <p:childTnLst>
                        <p:par>
                          <p:cTn id="724" fill="hold">
                            <p:stCondLst>
                              <p:cond delay="0"/>
                            </p:stCondLst>
                            <p:childTnLst>
                              <p:par>
                                <p:cTn id="7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7" dur="2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8" fill="hold">
                      <p:stCondLst>
                        <p:cond delay="0"/>
                      </p:stCondLst>
                      <p:childTnLst>
                        <p:par>
                          <p:cTn id="729" fill="hold">
                            <p:stCondLst>
                              <p:cond delay="0"/>
                            </p:stCondLst>
                            <p:childTnLst>
                              <p:par>
                                <p:cTn id="7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2" dur="2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3" fill="hold">
                      <p:stCondLst>
                        <p:cond delay="0"/>
                      </p:stCondLst>
                      <p:childTnLst>
                        <p:par>
                          <p:cTn id="734" fill="hold">
                            <p:stCondLst>
                              <p:cond delay="0"/>
                            </p:stCondLst>
                            <p:childTnLst>
                              <p:par>
                                <p:cTn id="7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7" dur="2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8" fill="hold">
                      <p:stCondLst>
                        <p:cond delay="0"/>
                      </p:stCondLst>
                      <p:childTnLst>
                        <p:par>
                          <p:cTn id="739" fill="hold">
                            <p:stCondLst>
                              <p:cond delay="0"/>
                            </p:stCondLst>
                            <p:childTnLst>
                              <p:par>
                                <p:cTn id="7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2" dur="200" fill="hold"/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3" fill="hold">
                      <p:stCondLst>
                        <p:cond delay="0"/>
                      </p:stCondLst>
                      <p:childTnLst>
                        <p:par>
                          <p:cTn id="744" fill="hold">
                            <p:stCondLst>
                              <p:cond delay="0"/>
                            </p:stCondLst>
                            <p:childTnLst>
                              <p:par>
                                <p:cTn id="7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7" dur="2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8" fill="hold">
                      <p:stCondLst>
                        <p:cond delay="0"/>
                      </p:stCondLst>
                      <p:childTnLst>
                        <p:par>
                          <p:cTn id="749" fill="hold">
                            <p:stCondLst>
                              <p:cond delay="0"/>
                            </p:stCondLst>
                            <p:childTnLst>
                              <p:par>
                                <p:cTn id="7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2" dur="2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3" fill="hold">
                      <p:stCondLst>
                        <p:cond delay="0"/>
                      </p:stCondLst>
                      <p:childTnLst>
                        <p:par>
                          <p:cTn id="754" fill="hold">
                            <p:stCondLst>
                              <p:cond delay="0"/>
                            </p:stCondLst>
                            <p:childTnLst>
                              <p:par>
                                <p:cTn id="7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7" dur="2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8" fill="hold">
                      <p:stCondLst>
                        <p:cond delay="0"/>
                      </p:stCondLst>
                      <p:childTnLst>
                        <p:par>
                          <p:cTn id="759" fill="hold">
                            <p:stCondLst>
                              <p:cond delay="0"/>
                            </p:stCondLst>
                            <p:childTnLst>
                              <p:par>
                                <p:cTn id="7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2" dur="2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3" fill="hold">
                      <p:stCondLst>
                        <p:cond delay="0"/>
                      </p:stCondLst>
                      <p:childTnLst>
                        <p:par>
                          <p:cTn id="764" fill="hold">
                            <p:stCondLst>
                              <p:cond delay="0"/>
                            </p:stCondLst>
                            <p:childTnLst>
                              <p:par>
                                <p:cTn id="7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7" dur="2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8" fill="hold">
                      <p:stCondLst>
                        <p:cond delay="0"/>
                      </p:stCondLst>
                      <p:childTnLst>
                        <p:par>
                          <p:cTn id="769" fill="hold">
                            <p:stCondLst>
                              <p:cond delay="0"/>
                            </p:stCondLst>
                            <p:childTnLst>
                              <p:par>
                                <p:cTn id="7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2" dur="2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3" fill="hold">
                      <p:stCondLst>
                        <p:cond delay="0"/>
                      </p:stCondLst>
                      <p:childTnLst>
                        <p:par>
                          <p:cTn id="774" fill="hold">
                            <p:stCondLst>
                              <p:cond delay="0"/>
                            </p:stCondLst>
                            <p:childTnLst>
                              <p:par>
                                <p:cTn id="7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7" dur="2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8" fill="hold">
                      <p:stCondLst>
                        <p:cond delay="0"/>
                      </p:stCondLst>
                      <p:childTnLst>
                        <p:par>
                          <p:cTn id="779" fill="hold">
                            <p:stCondLst>
                              <p:cond delay="0"/>
                            </p:stCondLst>
                            <p:childTnLst>
                              <p:par>
                                <p:cTn id="7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2" dur="20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3" fill="hold">
                      <p:stCondLst>
                        <p:cond delay="0"/>
                      </p:stCondLst>
                      <p:childTnLst>
                        <p:par>
                          <p:cTn id="784" fill="hold">
                            <p:stCondLst>
                              <p:cond delay="0"/>
                            </p:stCondLst>
                            <p:childTnLst>
                              <p:par>
                                <p:cTn id="7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7" dur="2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8" fill="hold">
                      <p:stCondLst>
                        <p:cond delay="0"/>
                      </p:stCondLst>
                      <p:childTnLst>
                        <p:par>
                          <p:cTn id="789" fill="hold">
                            <p:stCondLst>
                              <p:cond delay="0"/>
                            </p:stCondLst>
                            <p:childTnLst>
                              <p:par>
                                <p:cTn id="7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2" dur="2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3" fill="hold">
                      <p:stCondLst>
                        <p:cond delay="0"/>
                      </p:stCondLst>
                      <p:childTnLst>
                        <p:par>
                          <p:cTn id="794" fill="hold">
                            <p:stCondLst>
                              <p:cond delay="0"/>
                            </p:stCondLst>
                            <p:childTnLst>
                              <p:par>
                                <p:cTn id="7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7" dur="2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8" fill="hold">
                      <p:stCondLst>
                        <p:cond delay="0"/>
                      </p:stCondLst>
                      <p:childTnLst>
                        <p:par>
                          <p:cTn id="799" fill="hold">
                            <p:stCondLst>
                              <p:cond delay="0"/>
                            </p:stCondLst>
                            <p:childTnLst>
                              <p:par>
                                <p:cTn id="8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2" dur="2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3" fill="hold">
                      <p:stCondLst>
                        <p:cond delay="0"/>
                      </p:stCondLst>
                      <p:childTnLst>
                        <p:par>
                          <p:cTn id="804" fill="hold">
                            <p:stCondLst>
                              <p:cond delay="0"/>
                            </p:stCondLst>
                            <p:childTnLst>
                              <p:par>
                                <p:cTn id="8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7" dur="2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8" fill="hold">
                      <p:stCondLst>
                        <p:cond delay="0"/>
                      </p:stCondLst>
                      <p:childTnLst>
                        <p:par>
                          <p:cTn id="809" fill="hold">
                            <p:stCondLst>
                              <p:cond delay="0"/>
                            </p:stCondLst>
                            <p:childTnLst>
                              <p:par>
                                <p:cTn id="8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2" dur="2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3" fill="hold">
                      <p:stCondLst>
                        <p:cond delay="0"/>
                      </p:stCondLst>
                      <p:childTnLst>
                        <p:par>
                          <p:cTn id="814" fill="hold">
                            <p:stCondLst>
                              <p:cond delay="0"/>
                            </p:stCondLst>
                            <p:childTnLst>
                              <p:par>
                                <p:cTn id="8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7" dur="2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8" fill="hold">
                      <p:stCondLst>
                        <p:cond delay="0"/>
                      </p:stCondLst>
                      <p:childTnLst>
                        <p:par>
                          <p:cTn id="819" fill="hold">
                            <p:stCondLst>
                              <p:cond delay="0"/>
                            </p:stCondLst>
                            <p:childTnLst>
                              <p:par>
                                <p:cTn id="8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2" dur="2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3" fill="hold">
                      <p:stCondLst>
                        <p:cond delay="0"/>
                      </p:stCondLst>
                      <p:childTnLst>
                        <p:par>
                          <p:cTn id="824" fill="hold">
                            <p:stCondLst>
                              <p:cond delay="0"/>
                            </p:stCondLst>
                            <p:childTnLst>
                              <p:par>
                                <p:cTn id="8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7" dur="2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8" fill="hold">
                      <p:stCondLst>
                        <p:cond delay="0"/>
                      </p:stCondLst>
                      <p:childTnLst>
                        <p:par>
                          <p:cTn id="829" fill="hold">
                            <p:stCondLst>
                              <p:cond delay="0"/>
                            </p:stCondLst>
                            <p:childTnLst>
                              <p:par>
                                <p:cTn id="8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2" dur="2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3" fill="hold">
                      <p:stCondLst>
                        <p:cond delay="0"/>
                      </p:stCondLst>
                      <p:childTnLst>
                        <p:par>
                          <p:cTn id="834" fill="hold">
                            <p:stCondLst>
                              <p:cond delay="0"/>
                            </p:stCondLst>
                            <p:childTnLst>
                              <p:par>
                                <p:cTn id="8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7" dur="2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8" fill="hold">
                      <p:stCondLst>
                        <p:cond delay="0"/>
                      </p:stCondLst>
                      <p:childTnLst>
                        <p:par>
                          <p:cTn id="839" fill="hold">
                            <p:stCondLst>
                              <p:cond delay="0"/>
                            </p:stCondLst>
                            <p:childTnLst>
                              <p:par>
                                <p:cTn id="8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2" dur="2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3" fill="hold">
                      <p:stCondLst>
                        <p:cond delay="0"/>
                      </p:stCondLst>
                      <p:childTnLst>
                        <p:par>
                          <p:cTn id="844" fill="hold">
                            <p:stCondLst>
                              <p:cond delay="0"/>
                            </p:stCondLst>
                            <p:childTnLst>
                              <p:par>
                                <p:cTn id="8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7" dur="2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8" fill="hold">
                      <p:stCondLst>
                        <p:cond delay="0"/>
                      </p:stCondLst>
                      <p:childTnLst>
                        <p:par>
                          <p:cTn id="849" fill="hold">
                            <p:stCondLst>
                              <p:cond delay="0"/>
                            </p:stCondLst>
                            <p:childTnLst>
                              <p:par>
                                <p:cTn id="8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2" dur="200" fill="hold"/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3" fill="hold">
                      <p:stCondLst>
                        <p:cond delay="0"/>
                      </p:stCondLst>
                      <p:childTnLst>
                        <p:par>
                          <p:cTn id="854" fill="hold">
                            <p:stCondLst>
                              <p:cond delay="0"/>
                            </p:stCondLst>
                            <p:childTnLst>
                              <p:par>
                                <p:cTn id="8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7" dur="200" fill="hold"/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8" fill="hold">
                      <p:stCondLst>
                        <p:cond delay="0"/>
                      </p:stCondLst>
                      <p:childTnLst>
                        <p:par>
                          <p:cTn id="859" fill="hold">
                            <p:stCondLst>
                              <p:cond delay="0"/>
                            </p:stCondLst>
                            <p:childTnLst>
                              <p:par>
                                <p:cTn id="8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2" dur="200" fill="hold"/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3" fill="hold">
                      <p:stCondLst>
                        <p:cond delay="0"/>
                      </p:stCondLst>
                      <p:childTnLst>
                        <p:par>
                          <p:cTn id="864" fill="hold">
                            <p:stCondLst>
                              <p:cond delay="0"/>
                            </p:stCondLst>
                            <p:childTnLst>
                              <p:par>
                                <p:cTn id="8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7" dur="2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8" fill="hold">
                      <p:stCondLst>
                        <p:cond delay="0"/>
                      </p:stCondLst>
                      <p:childTnLst>
                        <p:par>
                          <p:cTn id="869" fill="hold">
                            <p:stCondLst>
                              <p:cond delay="0"/>
                            </p:stCondLst>
                            <p:childTnLst>
                              <p:par>
                                <p:cTn id="8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2" dur="2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3" fill="hold">
                      <p:stCondLst>
                        <p:cond delay="0"/>
                      </p:stCondLst>
                      <p:childTnLst>
                        <p:par>
                          <p:cTn id="874" fill="hold">
                            <p:stCondLst>
                              <p:cond delay="0"/>
                            </p:stCondLst>
                            <p:childTnLst>
                              <p:par>
                                <p:cTn id="8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7" dur="2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8" fill="hold">
                      <p:stCondLst>
                        <p:cond delay="0"/>
                      </p:stCondLst>
                      <p:childTnLst>
                        <p:par>
                          <p:cTn id="879" fill="hold">
                            <p:stCondLst>
                              <p:cond delay="0"/>
                            </p:stCondLst>
                            <p:childTnLst>
                              <p:par>
                                <p:cTn id="8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2" dur="2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3" fill="hold">
                      <p:stCondLst>
                        <p:cond delay="0"/>
                      </p:stCondLst>
                      <p:childTnLst>
                        <p:par>
                          <p:cTn id="884" fill="hold">
                            <p:stCondLst>
                              <p:cond delay="0"/>
                            </p:stCondLst>
                            <p:childTnLst>
                              <p:par>
                                <p:cTn id="8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7" dur="2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8" fill="hold">
                      <p:stCondLst>
                        <p:cond delay="0"/>
                      </p:stCondLst>
                      <p:childTnLst>
                        <p:par>
                          <p:cTn id="889" fill="hold">
                            <p:stCondLst>
                              <p:cond delay="0"/>
                            </p:stCondLst>
                            <p:childTnLst>
                              <p:par>
                                <p:cTn id="8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2" dur="2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3" fill="hold">
                      <p:stCondLst>
                        <p:cond delay="0"/>
                      </p:stCondLst>
                      <p:childTnLst>
                        <p:par>
                          <p:cTn id="894" fill="hold">
                            <p:stCondLst>
                              <p:cond delay="0"/>
                            </p:stCondLst>
                            <p:childTnLst>
                              <p:par>
                                <p:cTn id="8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7" dur="2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8" fill="hold">
                      <p:stCondLst>
                        <p:cond delay="0"/>
                      </p:stCondLst>
                      <p:childTnLst>
                        <p:par>
                          <p:cTn id="899" fill="hold">
                            <p:stCondLst>
                              <p:cond delay="0"/>
                            </p:stCondLst>
                            <p:childTnLst>
                              <p:par>
                                <p:cTn id="9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2" dur="2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3" fill="hold">
                      <p:stCondLst>
                        <p:cond delay="0"/>
                      </p:stCondLst>
                      <p:childTnLst>
                        <p:par>
                          <p:cTn id="904" fill="hold">
                            <p:stCondLst>
                              <p:cond delay="0"/>
                            </p:stCondLst>
                            <p:childTnLst>
                              <p:par>
                                <p:cTn id="9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7" dur="2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8" fill="hold">
                      <p:stCondLst>
                        <p:cond delay="0"/>
                      </p:stCondLst>
                      <p:childTnLst>
                        <p:par>
                          <p:cTn id="909" fill="hold">
                            <p:stCondLst>
                              <p:cond delay="0"/>
                            </p:stCondLst>
                            <p:childTnLst>
                              <p:par>
                                <p:cTn id="9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2" dur="2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3" fill="hold">
                      <p:stCondLst>
                        <p:cond delay="100"/>
                      </p:stCondLst>
                      <p:childTnLst>
                        <p:par>
                          <p:cTn id="914" fill="hold">
                            <p:stCondLst>
                              <p:cond delay="0"/>
                            </p:stCondLst>
                            <p:childTnLst>
                              <p:par>
                                <p:cTn id="9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7" dur="18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8" fill="hold">
                      <p:stCondLst>
                        <p:cond delay="0"/>
                      </p:stCondLst>
                      <p:childTnLst>
                        <p:par>
                          <p:cTn id="919" fill="hold">
                            <p:stCondLst>
                              <p:cond delay="0"/>
                            </p:stCondLst>
                            <p:childTnLst>
                              <p:par>
                                <p:cTn id="9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2" dur="18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3" fill="hold">
                      <p:stCondLst>
                        <p:cond delay="0"/>
                      </p:stCondLst>
                      <p:childTnLst>
                        <p:par>
                          <p:cTn id="924" fill="hold">
                            <p:stCondLst>
                              <p:cond delay="0"/>
                            </p:stCondLst>
                            <p:childTnLst>
                              <p:par>
                                <p:cTn id="9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7" dur="18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8" fill="hold">
                      <p:stCondLst>
                        <p:cond delay="0"/>
                      </p:stCondLst>
                      <p:childTnLst>
                        <p:par>
                          <p:cTn id="929" fill="hold">
                            <p:stCondLst>
                              <p:cond delay="0"/>
                            </p:stCondLst>
                            <p:childTnLst>
                              <p:par>
                                <p:cTn id="9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2" dur="18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3" fill="hold">
                      <p:stCondLst>
                        <p:cond delay="0"/>
                      </p:stCondLst>
                      <p:childTnLst>
                        <p:par>
                          <p:cTn id="934" fill="hold">
                            <p:stCondLst>
                              <p:cond delay="0"/>
                            </p:stCondLst>
                            <p:childTnLst>
                              <p:par>
                                <p:cTn id="9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7" dur="18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8" fill="hold">
                      <p:stCondLst>
                        <p:cond delay="0"/>
                      </p:stCondLst>
                      <p:childTnLst>
                        <p:par>
                          <p:cTn id="939" fill="hold">
                            <p:stCondLst>
                              <p:cond delay="0"/>
                            </p:stCondLst>
                            <p:childTnLst>
                              <p:par>
                                <p:cTn id="9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2" dur="18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3" fill="hold">
                      <p:stCondLst>
                        <p:cond delay="0"/>
                      </p:stCondLst>
                      <p:childTnLst>
                        <p:par>
                          <p:cTn id="944" fill="hold">
                            <p:stCondLst>
                              <p:cond delay="0"/>
                            </p:stCondLst>
                            <p:childTnLst>
                              <p:par>
                                <p:cTn id="9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7" dur="18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8" fill="hold">
                      <p:stCondLst>
                        <p:cond delay="0"/>
                      </p:stCondLst>
                      <p:childTnLst>
                        <p:par>
                          <p:cTn id="949" fill="hold">
                            <p:stCondLst>
                              <p:cond delay="0"/>
                            </p:stCondLst>
                            <p:childTnLst>
                              <p:par>
                                <p:cTn id="9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2" dur="18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3" fill="hold">
                      <p:stCondLst>
                        <p:cond delay="0"/>
                      </p:stCondLst>
                      <p:childTnLst>
                        <p:par>
                          <p:cTn id="954" fill="hold">
                            <p:stCondLst>
                              <p:cond delay="0"/>
                            </p:stCondLst>
                            <p:childTnLst>
                              <p:par>
                                <p:cTn id="9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7" dur="18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8" fill="hold">
                      <p:stCondLst>
                        <p:cond delay="0"/>
                      </p:stCondLst>
                      <p:childTnLst>
                        <p:par>
                          <p:cTn id="959" fill="hold">
                            <p:stCondLst>
                              <p:cond delay="0"/>
                            </p:stCondLst>
                            <p:childTnLst>
                              <p:par>
                                <p:cTn id="9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2" dur="180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3" fill="hold">
                      <p:stCondLst>
                        <p:cond delay="0"/>
                      </p:stCondLst>
                      <p:childTnLst>
                        <p:par>
                          <p:cTn id="964" fill="hold">
                            <p:stCondLst>
                              <p:cond delay="0"/>
                            </p:stCondLst>
                            <p:childTnLst>
                              <p:par>
                                <p:cTn id="9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7" dur="18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8" fill="hold">
                      <p:stCondLst>
                        <p:cond delay="0"/>
                      </p:stCondLst>
                      <p:childTnLst>
                        <p:par>
                          <p:cTn id="969" fill="hold">
                            <p:stCondLst>
                              <p:cond delay="0"/>
                            </p:stCondLst>
                            <p:childTnLst>
                              <p:par>
                                <p:cTn id="9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2" dur="18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3" fill="hold">
                      <p:stCondLst>
                        <p:cond delay="0"/>
                      </p:stCondLst>
                      <p:childTnLst>
                        <p:par>
                          <p:cTn id="974" fill="hold">
                            <p:stCondLst>
                              <p:cond delay="0"/>
                            </p:stCondLst>
                            <p:childTnLst>
                              <p:par>
                                <p:cTn id="9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7" dur="18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8" fill="hold">
                      <p:stCondLst>
                        <p:cond delay="0"/>
                      </p:stCondLst>
                      <p:childTnLst>
                        <p:par>
                          <p:cTn id="979" fill="hold">
                            <p:stCondLst>
                              <p:cond delay="0"/>
                            </p:stCondLst>
                            <p:childTnLst>
                              <p:par>
                                <p:cTn id="9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2" dur="18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3" fill="hold">
                      <p:stCondLst>
                        <p:cond delay="0"/>
                      </p:stCondLst>
                      <p:childTnLst>
                        <p:par>
                          <p:cTn id="984" fill="hold">
                            <p:stCondLst>
                              <p:cond delay="0"/>
                            </p:stCondLst>
                            <p:childTnLst>
                              <p:par>
                                <p:cTn id="9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7" dur="18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8" fill="hold">
                      <p:stCondLst>
                        <p:cond delay="0"/>
                      </p:stCondLst>
                      <p:childTnLst>
                        <p:par>
                          <p:cTn id="989" fill="hold">
                            <p:stCondLst>
                              <p:cond delay="0"/>
                            </p:stCondLst>
                            <p:childTnLst>
                              <p:par>
                                <p:cTn id="9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2" dur="18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3" fill="hold">
                      <p:stCondLst>
                        <p:cond delay="0"/>
                      </p:stCondLst>
                      <p:childTnLst>
                        <p:par>
                          <p:cTn id="994" fill="hold">
                            <p:stCondLst>
                              <p:cond delay="0"/>
                            </p:stCondLst>
                            <p:childTnLst>
                              <p:par>
                                <p:cTn id="9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7" dur="18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8" fill="hold">
                      <p:stCondLst>
                        <p:cond delay="0"/>
                      </p:stCondLst>
                      <p:childTnLst>
                        <p:par>
                          <p:cTn id="999" fill="hold">
                            <p:stCondLst>
                              <p:cond delay="0"/>
                            </p:stCondLst>
                            <p:childTnLst>
                              <p:par>
                                <p:cTn id="10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2" dur="18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3" fill="hold">
                      <p:stCondLst>
                        <p:cond delay="60"/>
                      </p:stCondLst>
                      <p:childTnLst>
                        <p:par>
                          <p:cTn id="1004" fill="hold">
                            <p:stCondLst>
                              <p:cond delay="0"/>
                            </p:stCondLst>
                            <p:childTnLst>
                              <p:par>
                                <p:cTn id="10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7" dur="15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8" fill="hold">
                      <p:stCondLst>
                        <p:cond delay="0"/>
                      </p:stCondLst>
                      <p:childTnLst>
                        <p:par>
                          <p:cTn id="1009" fill="hold">
                            <p:stCondLst>
                              <p:cond delay="0"/>
                            </p:stCondLst>
                            <p:childTnLst>
                              <p:par>
                                <p:cTn id="10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2" dur="15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3" fill="hold">
                      <p:stCondLst>
                        <p:cond delay="0"/>
                      </p:stCondLst>
                      <p:childTnLst>
                        <p:par>
                          <p:cTn id="1014" fill="hold">
                            <p:stCondLst>
                              <p:cond delay="0"/>
                            </p:stCondLst>
                            <p:childTnLst>
                              <p:par>
                                <p:cTn id="10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7" dur="15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 Data Integration — Execution Roadmap</dc:title>
  <dc:subject>PptxGenJS Presentation</dc:subject>
  <dc:creator>Manulife / John Hancock</dc:creator>
  <cp:lastModifiedBy>Manulife / John Hancock</cp:lastModifiedBy>
  <cp:revision>1</cp:revision>
  <dcterms:created xsi:type="dcterms:W3CDTF">2026-05-23T02:26:48Z</dcterms:created>
  <dcterms:modified xsi:type="dcterms:W3CDTF">2026-05-23T02:26:48Z</dcterms:modified>
</cp:coreProperties>
</file>